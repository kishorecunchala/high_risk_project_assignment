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notesSlides/notesSlide6.xml" ContentType="application/vnd.openxmlformats-officedocument.presentationml.notesSlide+xml"/>
  <Override PartName="/ppt/theme/themeOverride10.xml" ContentType="application/vnd.openxmlformats-officedocument.themeOverride+xml"/>
  <Override PartName="/ppt/notesSlides/notesSlide7.xml" ContentType="application/vnd.openxmlformats-officedocument.presentationml.notesSlide+xml"/>
  <Override PartName="/ppt/theme/themeOverride11.xml" ContentType="application/vnd.openxmlformats-officedocument.themeOverride+xml"/>
  <Override PartName="/ppt/notesSlides/notesSlide8.xml" ContentType="application/vnd.openxmlformats-officedocument.presentationml.notesSlide+xml"/>
  <Override PartName="/ppt/theme/themeOverride12.xml" ContentType="application/vnd.openxmlformats-officedocument.themeOverride+xml"/>
  <Override PartName="/ppt/notesSlides/notesSlide9.xml" ContentType="application/vnd.openxmlformats-officedocument.presentationml.notesSlide+xml"/>
  <Override PartName="/ppt/theme/themeOverride13.xml" ContentType="application/vnd.openxmlformats-officedocument.themeOverr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15"/>
  </p:notesMasterIdLst>
  <p:sldIdLst>
    <p:sldId id="256" r:id="rId2"/>
    <p:sldId id="269" r:id="rId3"/>
    <p:sldId id="258" r:id="rId4"/>
    <p:sldId id="259" r:id="rId5"/>
    <p:sldId id="260" r:id="rId6"/>
    <p:sldId id="270" r:id="rId7"/>
    <p:sldId id="261" r:id="rId8"/>
    <p:sldId id="271" r:id="rId9"/>
    <p:sldId id="272" r:id="rId10"/>
    <p:sldId id="273" r:id="rId11"/>
    <p:sldId id="274" r:id="rId12"/>
    <p:sldId id="275"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2A421A-C7C3-4DD2-B349-7B05F6137CA9}" v="53" dt="2026-04-27T19:52:51.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2090" autoAdjust="0"/>
  </p:normalViewPr>
  <p:slideViewPr>
    <p:cSldViewPr snapToGrid="0">
      <p:cViewPr varScale="1">
        <p:scale>
          <a:sx n="88" d="100"/>
          <a:sy n="88" d="100"/>
        </p:scale>
        <p:origin x="45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shore Cunchala" userId="abe6b466b2e33cef" providerId="LiveId" clId="{7A5B309E-95B1-435D-9D47-0312E50B22E0}"/>
    <pc:docChg chg="undo custSel addSld delSld modSld sldOrd delMainMaster">
      <pc:chgData name="Kishore Cunchala" userId="abe6b466b2e33cef" providerId="LiveId" clId="{7A5B309E-95B1-435D-9D47-0312E50B22E0}" dt="2026-04-27T19:51:57.263" v="12165" actId="20577"/>
      <pc:docMkLst>
        <pc:docMk/>
      </pc:docMkLst>
      <pc:sldChg chg="addSp delSp modSp mod setBg addAnim delAnim setClrOvrMap delDesignElem">
        <pc:chgData name="Kishore Cunchala" userId="abe6b466b2e33cef" providerId="LiveId" clId="{7A5B309E-95B1-435D-9D47-0312E50B22E0}" dt="2026-04-27T19:51:57.263" v="12165" actId="20577"/>
        <pc:sldMkLst>
          <pc:docMk/>
          <pc:sldMk cId="1899907722" sldId="256"/>
        </pc:sldMkLst>
        <pc:spChg chg="mod">
          <ac:chgData name="Kishore Cunchala" userId="abe6b466b2e33cef" providerId="LiveId" clId="{7A5B309E-95B1-435D-9D47-0312E50B22E0}" dt="2026-04-27T11:02:43.144" v="385" actId="1038"/>
          <ac:spMkLst>
            <pc:docMk/>
            <pc:sldMk cId="1899907722" sldId="256"/>
            <ac:spMk id="2" creationId="{E1F56537-6044-9007-EABA-6C8394C9F1CD}"/>
          </ac:spMkLst>
        </pc:spChg>
        <pc:spChg chg="mod">
          <ac:chgData name="Kishore Cunchala" userId="abe6b466b2e33cef" providerId="LiveId" clId="{7A5B309E-95B1-435D-9D47-0312E50B22E0}" dt="2026-04-27T11:15:50.408" v="1028" actId="1076"/>
          <ac:spMkLst>
            <pc:docMk/>
            <pc:sldMk cId="1899907722" sldId="256"/>
            <ac:spMk id="3" creationId="{5EA97C0A-3D02-0EB4-7D10-A861D5B991D8}"/>
          </ac:spMkLst>
        </pc:spChg>
        <pc:spChg chg="add del mod">
          <ac:chgData name="Kishore Cunchala" userId="abe6b466b2e33cef" providerId="LiveId" clId="{7A5B309E-95B1-435D-9D47-0312E50B22E0}" dt="2026-04-27T11:01:08.782" v="366" actId="478"/>
          <ac:spMkLst>
            <pc:docMk/>
            <pc:sldMk cId="1899907722" sldId="256"/>
            <ac:spMk id="4" creationId="{F18044B0-E2EB-8D22-90EC-B16C6D472C95}"/>
          </ac:spMkLst>
        </pc:spChg>
        <pc:spChg chg="add del mod">
          <ac:chgData name="Kishore Cunchala" userId="abe6b466b2e33cef" providerId="LiveId" clId="{7A5B309E-95B1-435D-9D47-0312E50B22E0}" dt="2026-04-27T19:51:57.263" v="12165" actId="20577"/>
          <ac:spMkLst>
            <pc:docMk/>
            <pc:sldMk cId="1899907722" sldId="256"/>
            <ac:spMk id="5" creationId="{50E90C4F-6CB8-609A-0F57-5C8DC4AB42A1}"/>
          </ac:spMkLst>
        </pc:spChg>
        <pc:spChg chg="add mod">
          <ac:chgData name="Kishore Cunchala" userId="abe6b466b2e33cef" providerId="LiveId" clId="{7A5B309E-95B1-435D-9D47-0312E50B22E0}" dt="2026-04-27T11:06:21.234" v="468" actId="552"/>
          <ac:spMkLst>
            <pc:docMk/>
            <pc:sldMk cId="1899907722" sldId="256"/>
            <ac:spMk id="6" creationId="{07DE90E6-851D-5454-1B51-06ACF74D480E}"/>
          </ac:spMkLst>
        </pc:spChg>
        <pc:spChg chg="add mod">
          <ac:chgData name="Kishore Cunchala" userId="abe6b466b2e33cef" providerId="LiveId" clId="{7A5B309E-95B1-435D-9D47-0312E50B22E0}" dt="2026-04-27T11:06:36.959" v="472" actId="20577"/>
          <ac:spMkLst>
            <pc:docMk/>
            <pc:sldMk cId="1899907722" sldId="256"/>
            <ac:spMk id="7" creationId="{FF6290F1-0A4A-9351-53BE-679B984E2677}"/>
          </ac:spMkLst>
        </pc:spChg>
        <pc:spChg chg="add mod">
          <ac:chgData name="Kishore Cunchala" userId="abe6b466b2e33cef" providerId="LiveId" clId="{7A5B309E-95B1-435D-9D47-0312E50B22E0}" dt="2026-04-27T13:18:02.353" v="2047" actId="20577"/>
          <ac:spMkLst>
            <pc:docMk/>
            <pc:sldMk cId="1899907722" sldId="256"/>
            <ac:spMk id="8" creationId="{0CE2FD86-3AB8-0247-1CD8-8C4C1F3323FB}"/>
          </ac:spMkLst>
        </pc:spChg>
        <pc:spChg chg="add del">
          <ac:chgData name="Kishore Cunchala" userId="abe6b466b2e33cef" providerId="LiveId" clId="{7A5B309E-95B1-435D-9D47-0312E50B22E0}" dt="2026-04-27T10:43:53.158" v="15" actId="26606"/>
          <ac:spMkLst>
            <pc:docMk/>
            <pc:sldMk cId="1899907722" sldId="256"/>
            <ac:spMk id="22" creationId="{4EFE82FE-7465-AE46-88DF-34D347E83B84}"/>
          </ac:spMkLst>
        </pc:spChg>
        <pc:spChg chg="add del">
          <ac:chgData name="Kishore Cunchala" userId="abe6b466b2e33cef" providerId="LiveId" clId="{7A5B309E-95B1-435D-9D47-0312E50B22E0}" dt="2026-04-27T11:15:30.424" v="1025"/>
          <ac:spMkLst>
            <pc:docMk/>
            <pc:sldMk cId="1899907722" sldId="256"/>
            <ac:spMk id="32" creationId="{4EFE82FE-7465-AE46-88DF-34D347E83B84}"/>
          </ac:spMkLst>
        </pc:spChg>
        <pc:spChg chg="add del">
          <ac:chgData name="Kishore Cunchala" userId="abe6b466b2e33cef" providerId="LiveId" clId="{7A5B309E-95B1-435D-9D47-0312E50B22E0}" dt="2026-04-27T10:42:39.079" v="3" actId="26606"/>
          <ac:spMkLst>
            <pc:docMk/>
            <pc:sldMk cId="1899907722" sldId="256"/>
            <ac:spMk id="35" creationId="{4EFE82FE-7465-AE46-88DF-34D347E83B84}"/>
          </ac:spMkLst>
        </pc:spChg>
        <pc:spChg chg="add del">
          <ac:chgData name="Kishore Cunchala" userId="abe6b466b2e33cef" providerId="LiveId" clId="{7A5B309E-95B1-435D-9D47-0312E50B22E0}" dt="2026-04-27T10:42:39.079" v="3" actId="26606"/>
          <ac:spMkLst>
            <pc:docMk/>
            <pc:sldMk cId="1899907722" sldId="256"/>
            <ac:spMk id="37" creationId="{8B80D579-AC08-8D49-BB6A-21123F80B589}"/>
          </ac:spMkLst>
        </pc:spChg>
        <pc:spChg chg="add del">
          <ac:chgData name="Kishore Cunchala" userId="abe6b466b2e33cef" providerId="LiveId" clId="{7A5B309E-95B1-435D-9D47-0312E50B22E0}" dt="2026-04-27T10:43:08.681" v="7" actId="26606"/>
          <ac:spMkLst>
            <pc:docMk/>
            <pc:sldMk cId="1899907722" sldId="256"/>
            <ac:spMk id="50" creationId="{4EFE82FE-7465-AE46-88DF-34D347E83B84}"/>
          </ac:spMkLst>
        </pc:spChg>
        <pc:spChg chg="add del">
          <ac:chgData name="Kishore Cunchala" userId="abe6b466b2e33cef" providerId="LiveId" clId="{7A5B309E-95B1-435D-9D47-0312E50B22E0}" dt="2026-04-27T10:43:38.132" v="14" actId="26606"/>
          <ac:spMkLst>
            <pc:docMk/>
            <pc:sldMk cId="1899907722" sldId="256"/>
            <ac:spMk id="60" creationId="{4EFE82FE-7465-AE46-88DF-34D347E83B84}"/>
          </ac:spMkLst>
        </pc:spChg>
        <pc:grpChg chg="add del">
          <ac:chgData name="Kishore Cunchala" userId="abe6b466b2e33cef" providerId="LiveId" clId="{7A5B309E-95B1-435D-9D47-0312E50B22E0}" dt="2026-04-27T10:43:53.158" v="15" actId="26606"/>
          <ac:grpSpMkLst>
            <pc:docMk/>
            <pc:sldMk cId="1899907722" sldId="256"/>
            <ac:grpSpMk id="24" creationId="{665B630C-8A26-BF40-AD00-AAAB3F8DFB58}"/>
          </ac:grpSpMkLst>
        </pc:grpChg>
        <pc:grpChg chg="add del">
          <ac:chgData name="Kishore Cunchala" userId="abe6b466b2e33cef" providerId="LiveId" clId="{7A5B309E-95B1-435D-9D47-0312E50B22E0}" dt="2026-04-27T11:15:30.424" v="1025"/>
          <ac:grpSpMkLst>
            <pc:docMk/>
            <pc:sldMk cId="1899907722" sldId="256"/>
            <ac:grpSpMk id="33" creationId="{26C321DA-1EDE-3E4B-8B73-6477B2C6D046}"/>
          </ac:grpSpMkLst>
        </pc:grpChg>
        <pc:grpChg chg="add del">
          <ac:chgData name="Kishore Cunchala" userId="abe6b466b2e33cef" providerId="LiveId" clId="{7A5B309E-95B1-435D-9D47-0312E50B22E0}" dt="2026-04-27T10:42:39.079" v="3" actId="26606"/>
          <ac:grpSpMkLst>
            <pc:docMk/>
            <pc:sldMk cId="1899907722" sldId="256"/>
            <ac:grpSpMk id="41" creationId="{44406D7A-DB1A-D940-8AD1-93FAF9DD7199}"/>
          </ac:grpSpMkLst>
        </pc:grpChg>
        <pc:grpChg chg="add del">
          <ac:chgData name="Kishore Cunchala" userId="abe6b466b2e33cef" providerId="LiveId" clId="{7A5B309E-95B1-435D-9D47-0312E50B22E0}" dt="2026-04-27T10:43:08.681" v="7" actId="26606"/>
          <ac:grpSpMkLst>
            <pc:docMk/>
            <pc:sldMk cId="1899907722" sldId="256"/>
            <ac:grpSpMk id="52" creationId="{DE48D4BE-638C-5049-8A9F-D15A86E4EB73}"/>
          </ac:grpSpMkLst>
        </pc:grpChg>
        <pc:grpChg chg="add del">
          <ac:chgData name="Kishore Cunchala" userId="abe6b466b2e33cef" providerId="LiveId" clId="{7A5B309E-95B1-435D-9D47-0312E50B22E0}" dt="2026-04-27T10:43:38.132" v="14" actId="26606"/>
          <ac:grpSpMkLst>
            <pc:docMk/>
            <pc:sldMk cId="1899907722" sldId="256"/>
            <ac:grpSpMk id="61" creationId="{66F2B51C-9578-EB41-A17E-FFF9D491ADA0}"/>
          </ac:grpSpMkLst>
        </pc:grpChg>
        <pc:picChg chg="del mod ord">
          <ac:chgData name="Kishore Cunchala" userId="abe6b466b2e33cef" providerId="LiveId" clId="{7A5B309E-95B1-435D-9D47-0312E50B22E0}" dt="2026-04-27T11:15:33.545" v="1027" actId="478"/>
          <ac:picMkLst>
            <pc:docMk/>
            <pc:sldMk cId="1899907722" sldId="256"/>
            <ac:picMk id="16" creationId="{DF6901ED-EEB2-E80E-19A5-84598796A70F}"/>
          </ac:picMkLst>
        </pc:picChg>
        <pc:cxnChg chg="add del">
          <ac:chgData name="Kishore Cunchala" userId="abe6b466b2e33cef" providerId="LiveId" clId="{7A5B309E-95B1-435D-9D47-0312E50B22E0}" dt="2026-04-27T10:43:53.158" v="15" actId="26606"/>
          <ac:cxnSpMkLst>
            <pc:docMk/>
            <pc:sldMk cId="1899907722" sldId="256"/>
            <ac:cxnSpMk id="30" creationId="{EEA70831-9A8D-3B4D-8EA5-EE32F93E94E9}"/>
          </ac:cxnSpMkLst>
        </pc:cxnChg>
        <pc:cxnChg chg="add del">
          <ac:chgData name="Kishore Cunchala" userId="abe6b466b2e33cef" providerId="LiveId" clId="{7A5B309E-95B1-435D-9D47-0312E50B22E0}" dt="2026-04-27T10:42:39.079" v="3" actId="26606"/>
          <ac:cxnSpMkLst>
            <pc:docMk/>
            <pc:sldMk cId="1899907722" sldId="256"/>
            <ac:cxnSpMk id="39" creationId="{EC392F51-F23E-E242-9750-A5B1F128E573}"/>
          </ac:cxnSpMkLst>
        </pc:cxnChg>
        <pc:cxnChg chg="add del">
          <ac:chgData name="Kishore Cunchala" userId="abe6b466b2e33cef" providerId="LiveId" clId="{7A5B309E-95B1-435D-9D47-0312E50B22E0}" dt="2026-04-27T10:43:38.132" v="14" actId="26606"/>
          <ac:cxnSpMkLst>
            <pc:docMk/>
            <pc:sldMk cId="1899907722" sldId="256"/>
            <ac:cxnSpMk id="46" creationId="{EEA70831-9A8D-3B4D-8EA5-EE32F93E94E9}"/>
          </ac:cxnSpMkLst>
        </pc:cxnChg>
        <pc:cxnChg chg="add del">
          <ac:chgData name="Kishore Cunchala" userId="abe6b466b2e33cef" providerId="LiveId" clId="{7A5B309E-95B1-435D-9D47-0312E50B22E0}" dt="2026-04-27T10:43:08.681" v="7" actId="26606"/>
          <ac:cxnSpMkLst>
            <pc:docMk/>
            <pc:sldMk cId="1899907722" sldId="256"/>
            <ac:cxnSpMk id="51" creationId="{EEA70831-9A8D-3B4D-8EA5-EE32F93E94E9}"/>
          </ac:cxnSpMkLst>
        </pc:cxnChg>
        <pc:cxnChg chg="add del">
          <ac:chgData name="Kishore Cunchala" userId="abe6b466b2e33cef" providerId="LiveId" clId="{7A5B309E-95B1-435D-9D47-0312E50B22E0}" dt="2026-04-27T11:15:30.424" v="1025"/>
          <ac:cxnSpMkLst>
            <pc:docMk/>
            <pc:sldMk cId="1899907722" sldId="256"/>
            <ac:cxnSpMk id="53" creationId="{EEA70831-9A8D-3B4D-8EA5-EE32F93E94E9}"/>
          </ac:cxnSpMkLst>
        </pc:cxnChg>
      </pc:sldChg>
      <pc:sldChg chg="del">
        <pc:chgData name="Kishore Cunchala" userId="abe6b466b2e33cef" providerId="LiveId" clId="{7A5B309E-95B1-435D-9D47-0312E50B22E0}" dt="2026-04-27T13:18:45.366" v="2057" actId="2696"/>
        <pc:sldMkLst>
          <pc:docMk/>
          <pc:sldMk cId="3562376081" sldId="257"/>
        </pc:sldMkLst>
      </pc:sldChg>
      <pc:sldChg chg="addSp delSp modSp mod setBg modNotesTx">
        <pc:chgData name="Kishore Cunchala" userId="abe6b466b2e33cef" providerId="LiveId" clId="{7A5B309E-95B1-435D-9D47-0312E50B22E0}" dt="2026-04-27T16:42:14.708" v="11489" actId="20577"/>
        <pc:sldMkLst>
          <pc:docMk/>
          <pc:sldMk cId="691962878" sldId="258"/>
        </pc:sldMkLst>
        <pc:spChg chg="add del mod">
          <ac:chgData name="Kishore Cunchala" userId="abe6b466b2e33cef" providerId="LiveId" clId="{7A5B309E-95B1-435D-9D47-0312E50B22E0}" dt="2026-04-27T13:35:19.243" v="2571" actId="478"/>
          <ac:spMkLst>
            <pc:docMk/>
            <pc:sldMk cId="691962878" sldId="258"/>
            <ac:spMk id="3" creationId="{C7BBC4A4-1935-D0E0-6B48-D2909365FC16}"/>
          </ac:spMkLst>
        </pc:spChg>
        <pc:spChg chg="mod">
          <ac:chgData name="Kishore Cunchala" userId="abe6b466b2e33cef" providerId="LiveId" clId="{7A5B309E-95B1-435D-9D47-0312E50B22E0}" dt="2026-04-27T13:36:52.356" v="2587" actId="255"/>
          <ac:spMkLst>
            <pc:docMk/>
            <pc:sldMk cId="691962878" sldId="258"/>
            <ac:spMk id="5" creationId="{AE797737-FFDE-ADF3-4ECE-A77F7EF759B0}"/>
          </ac:spMkLst>
        </pc:spChg>
        <pc:spChg chg="mod">
          <ac:chgData name="Kishore Cunchala" userId="abe6b466b2e33cef" providerId="LiveId" clId="{7A5B309E-95B1-435D-9D47-0312E50B22E0}" dt="2026-04-27T13:45:09.571" v="2806" actId="20577"/>
          <ac:spMkLst>
            <pc:docMk/>
            <pc:sldMk cId="691962878" sldId="258"/>
            <ac:spMk id="7" creationId="{74666047-6D3E-F4C3-044A-47C527E4409D}"/>
          </ac:spMkLst>
        </pc:spChg>
        <pc:picChg chg="del">
          <ac:chgData name="Kishore Cunchala" userId="abe6b466b2e33cef" providerId="LiveId" clId="{7A5B309E-95B1-435D-9D47-0312E50B22E0}" dt="2026-04-27T13:20:57.679" v="2174" actId="478"/>
          <ac:picMkLst>
            <pc:docMk/>
            <pc:sldMk cId="691962878" sldId="258"/>
            <ac:picMk id="9" creationId="{877AD8D7-DEC2-9A24-7F5F-AE65297F96BD}"/>
          </ac:picMkLst>
        </pc:picChg>
      </pc:sldChg>
      <pc:sldChg chg="addSp delSp modSp mod setBg modNotesTx">
        <pc:chgData name="Kishore Cunchala" userId="abe6b466b2e33cef" providerId="LiveId" clId="{7A5B309E-95B1-435D-9D47-0312E50B22E0}" dt="2026-04-27T15:00:08.864" v="5989" actId="6549"/>
        <pc:sldMkLst>
          <pc:docMk/>
          <pc:sldMk cId="3486201293" sldId="259"/>
        </pc:sldMkLst>
        <pc:spChg chg="add del mod">
          <ac:chgData name="Kishore Cunchala" userId="abe6b466b2e33cef" providerId="LiveId" clId="{7A5B309E-95B1-435D-9D47-0312E50B22E0}" dt="2026-04-27T13:38:15.312" v="2603" actId="478"/>
          <ac:spMkLst>
            <pc:docMk/>
            <pc:sldMk cId="3486201293" sldId="259"/>
            <ac:spMk id="3" creationId="{9F7D006A-5C65-0C6D-8F80-73579F0DE875}"/>
          </ac:spMkLst>
        </pc:spChg>
        <pc:spChg chg="add mod">
          <ac:chgData name="Kishore Cunchala" userId="abe6b466b2e33cef" providerId="LiveId" clId="{7A5B309E-95B1-435D-9D47-0312E50B22E0}" dt="2026-04-27T13:57:21.871" v="3704" actId="14100"/>
          <ac:spMkLst>
            <pc:docMk/>
            <pc:sldMk cId="3486201293" sldId="259"/>
            <ac:spMk id="4" creationId="{2F69963A-E3A7-29F8-782C-3B2583EE38B1}"/>
          </ac:spMkLst>
        </pc:spChg>
        <pc:spChg chg="mod">
          <ac:chgData name="Kishore Cunchala" userId="abe6b466b2e33cef" providerId="LiveId" clId="{7A5B309E-95B1-435D-9D47-0312E50B22E0}" dt="2026-04-27T13:41:31.424" v="2622" actId="1076"/>
          <ac:spMkLst>
            <pc:docMk/>
            <pc:sldMk cId="3486201293" sldId="259"/>
            <ac:spMk id="5" creationId="{F95232B9-35D1-8E17-B211-0956D2A275D4}"/>
          </ac:spMkLst>
        </pc:spChg>
        <pc:spChg chg="del mod">
          <ac:chgData name="Kishore Cunchala" userId="abe6b466b2e33cef" providerId="LiveId" clId="{7A5B309E-95B1-435D-9D47-0312E50B22E0}" dt="2026-04-27T13:38:05.236" v="2602" actId="478"/>
          <ac:spMkLst>
            <pc:docMk/>
            <pc:sldMk cId="3486201293" sldId="259"/>
            <ac:spMk id="7" creationId="{C254311A-F48E-0ABC-5FCC-CB03942433EB}"/>
          </ac:spMkLst>
        </pc:spChg>
        <pc:spChg chg="add del mod">
          <ac:chgData name="Kishore Cunchala" userId="abe6b466b2e33cef" providerId="LiveId" clId="{7A5B309E-95B1-435D-9D47-0312E50B22E0}" dt="2026-04-27T13:40:56.064" v="2616" actId="931"/>
          <ac:spMkLst>
            <pc:docMk/>
            <pc:sldMk cId="3486201293" sldId="259"/>
            <ac:spMk id="9" creationId="{2CDFE7E0-452E-3C74-E34F-3CE39CB1E906}"/>
          </ac:spMkLst>
        </pc:spChg>
        <pc:picChg chg="del mod">
          <ac:chgData name="Kishore Cunchala" userId="abe6b466b2e33cef" providerId="LiveId" clId="{7A5B309E-95B1-435D-9D47-0312E50B22E0}" dt="2026-04-27T13:39:40.161" v="2615" actId="478"/>
          <ac:picMkLst>
            <pc:docMk/>
            <pc:sldMk cId="3486201293" sldId="259"/>
            <ac:picMk id="6" creationId="{BBFD1C43-178B-0E5D-5FC6-714298F7FF6F}"/>
          </ac:picMkLst>
        </pc:picChg>
        <pc:picChg chg="add mod ord">
          <ac:chgData name="Kishore Cunchala" userId="abe6b466b2e33cef" providerId="LiveId" clId="{7A5B309E-95B1-435D-9D47-0312E50B22E0}" dt="2026-04-27T13:41:47.233" v="2624" actId="1076"/>
          <ac:picMkLst>
            <pc:docMk/>
            <pc:sldMk cId="3486201293" sldId="259"/>
            <ac:picMk id="11" creationId="{E8397083-1A61-E18E-C779-FACCC1041415}"/>
          </ac:picMkLst>
        </pc:picChg>
      </pc:sldChg>
      <pc:sldChg chg="addSp delSp modSp mod setBg modNotesTx">
        <pc:chgData name="Kishore Cunchala" userId="abe6b466b2e33cef" providerId="LiveId" clId="{7A5B309E-95B1-435D-9D47-0312E50B22E0}" dt="2026-04-27T15:00:40.614" v="5991" actId="20577"/>
        <pc:sldMkLst>
          <pc:docMk/>
          <pc:sldMk cId="1465659522" sldId="260"/>
        </pc:sldMkLst>
        <pc:spChg chg="add del mod">
          <ac:chgData name="Kishore Cunchala" userId="abe6b466b2e33cef" providerId="LiveId" clId="{7A5B309E-95B1-435D-9D47-0312E50B22E0}" dt="2026-04-27T14:12:05.724" v="4605" actId="22"/>
          <ac:spMkLst>
            <pc:docMk/>
            <pc:sldMk cId="1465659522" sldId="260"/>
            <ac:spMk id="3" creationId="{DB47CDB6-C14D-AC0C-FA0D-B7EA6C6C6D98}"/>
          </ac:spMkLst>
        </pc:spChg>
        <pc:spChg chg="mod">
          <ac:chgData name="Kishore Cunchala" userId="abe6b466b2e33cef" providerId="LiveId" clId="{7A5B309E-95B1-435D-9D47-0312E50B22E0}" dt="2026-04-27T14:01:33.155" v="3788" actId="27636"/>
          <ac:spMkLst>
            <pc:docMk/>
            <pc:sldMk cId="1465659522" sldId="260"/>
            <ac:spMk id="5" creationId="{A7096CA9-2F04-48B4-7203-50ED516D49A7}"/>
          </ac:spMkLst>
        </pc:spChg>
        <pc:spChg chg="mod">
          <ac:chgData name="Kishore Cunchala" userId="abe6b466b2e33cef" providerId="LiveId" clId="{7A5B309E-95B1-435D-9D47-0312E50B22E0}" dt="2026-04-27T14:09:57.936" v="4462" actId="20577"/>
          <ac:spMkLst>
            <pc:docMk/>
            <pc:sldMk cId="1465659522" sldId="260"/>
            <ac:spMk id="7" creationId="{D1229A64-0DF0-5357-41C5-CB7093BB0F91}"/>
          </ac:spMkLst>
        </pc:spChg>
        <pc:picChg chg="add mod ord">
          <ac:chgData name="Kishore Cunchala" userId="abe6b466b2e33cef" providerId="LiveId" clId="{7A5B309E-95B1-435D-9D47-0312E50B22E0}" dt="2026-04-27T14:13:44.409" v="4616" actId="14100"/>
          <ac:picMkLst>
            <pc:docMk/>
            <pc:sldMk cId="1465659522" sldId="260"/>
            <ac:picMk id="6" creationId="{E0BD0D88-3FD9-9F1E-51D5-F742AFAC45BA}"/>
          </ac:picMkLst>
        </pc:picChg>
        <pc:picChg chg="del">
          <ac:chgData name="Kishore Cunchala" userId="abe6b466b2e33cef" providerId="LiveId" clId="{7A5B309E-95B1-435D-9D47-0312E50B22E0}" dt="2026-04-27T14:00:32.250" v="3780" actId="478"/>
          <ac:picMkLst>
            <pc:docMk/>
            <pc:sldMk cId="1465659522" sldId="260"/>
            <ac:picMk id="8" creationId="{70090DB5-41CD-BA8A-8715-E869AAC7EF88}"/>
          </ac:picMkLst>
        </pc:picChg>
        <pc:picChg chg="add mod">
          <ac:chgData name="Kishore Cunchala" userId="abe6b466b2e33cef" providerId="LiveId" clId="{7A5B309E-95B1-435D-9D47-0312E50B22E0}" dt="2026-04-27T14:13:50.526" v="4617" actId="14100"/>
          <ac:picMkLst>
            <pc:docMk/>
            <pc:sldMk cId="1465659522" sldId="260"/>
            <ac:picMk id="10" creationId="{06B9A511-A41D-4BA0-EDCC-7A0EA5D4DC19}"/>
          </ac:picMkLst>
        </pc:picChg>
        <pc:picChg chg="del">
          <ac:chgData name="Kishore Cunchala" userId="abe6b466b2e33cef" providerId="LiveId" clId="{7A5B309E-95B1-435D-9D47-0312E50B22E0}" dt="2026-04-27T14:00:43.803" v="3781" actId="478"/>
          <ac:picMkLst>
            <pc:docMk/>
            <pc:sldMk cId="1465659522" sldId="260"/>
            <ac:picMk id="13" creationId="{86AD2DC5-9B5F-D728-68B2-AE31EF4314A4}"/>
          </ac:picMkLst>
        </pc:picChg>
      </pc:sldChg>
      <pc:sldChg chg="addSp delSp modSp mod setBg">
        <pc:chgData name="Kishore Cunchala" userId="abe6b466b2e33cef" providerId="LiveId" clId="{7A5B309E-95B1-435D-9D47-0312E50B22E0}" dt="2026-04-27T15:47:49.459" v="8505" actId="20577"/>
        <pc:sldMkLst>
          <pc:docMk/>
          <pc:sldMk cId="3942377694" sldId="261"/>
        </pc:sldMkLst>
        <pc:spChg chg="add mod">
          <ac:chgData name="Kishore Cunchala" userId="abe6b466b2e33cef" providerId="LiveId" clId="{7A5B309E-95B1-435D-9D47-0312E50B22E0}" dt="2026-04-27T15:47:49.459" v="8505" actId="20577"/>
          <ac:spMkLst>
            <pc:docMk/>
            <pc:sldMk cId="3942377694" sldId="261"/>
            <ac:spMk id="3" creationId="{4D46043A-E945-2A0A-F584-CC7FE22674DA}"/>
          </ac:spMkLst>
        </pc:spChg>
        <pc:spChg chg="del mod">
          <ac:chgData name="Kishore Cunchala" userId="abe6b466b2e33cef" providerId="LiveId" clId="{7A5B309E-95B1-435D-9D47-0312E50B22E0}" dt="2026-04-27T14:32:33.311" v="4999" actId="478"/>
          <ac:spMkLst>
            <pc:docMk/>
            <pc:sldMk cId="3942377694" sldId="261"/>
            <ac:spMk id="5" creationId="{E638F101-D506-9EF0-9A71-E59A763A6914}"/>
          </ac:spMkLst>
        </pc:spChg>
        <pc:spChg chg="mod">
          <ac:chgData name="Kishore Cunchala" userId="abe6b466b2e33cef" providerId="LiveId" clId="{7A5B309E-95B1-435D-9D47-0312E50B22E0}" dt="2026-04-27T15:04:33.578" v="6036" actId="20577"/>
          <ac:spMkLst>
            <pc:docMk/>
            <pc:sldMk cId="3942377694" sldId="261"/>
            <ac:spMk id="7" creationId="{CFF731CC-E543-B800-9EF9-A89DE465F3B6}"/>
          </ac:spMkLst>
        </pc:spChg>
        <pc:spChg chg="add del mod">
          <ac:chgData name="Kishore Cunchala" userId="abe6b466b2e33cef" providerId="LiveId" clId="{7A5B309E-95B1-435D-9D47-0312E50B22E0}" dt="2026-04-27T15:05:03.834" v="6038" actId="478"/>
          <ac:spMkLst>
            <pc:docMk/>
            <pc:sldMk cId="3942377694" sldId="261"/>
            <ac:spMk id="11" creationId="{008B935B-4E2D-A66C-9C25-50E8A9102CA9}"/>
          </ac:spMkLst>
        </pc:spChg>
        <pc:graphicFrameChg chg="del mod">
          <ac:chgData name="Kishore Cunchala" userId="abe6b466b2e33cef" providerId="LiveId" clId="{7A5B309E-95B1-435D-9D47-0312E50B22E0}" dt="2026-04-27T15:01:26.407" v="5996" actId="478"/>
          <ac:graphicFrameMkLst>
            <pc:docMk/>
            <pc:sldMk cId="3942377694" sldId="261"/>
            <ac:graphicFrameMk id="10" creationId="{41F45D4E-64CA-D71C-DCEA-2213427A85C2}"/>
          </ac:graphicFrameMkLst>
        </pc:graphicFrameChg>
        <pc:picChg chg="del mod">
          <ac:chgData name="Kishore Cunchala" userId="abe6b466b2e33cef" providerId="LiveId" clId="{7A5B309E-95B1-435D-9D47-0312E50B22E0}" dt="2026-04-27T15:04:39.694" v="6037" actId="478"/>
          <ac:picMkLst>
            <pc:docMk/>
            <pc:sldMk cId="3942377694" sldId="261"/>
            <ac:picMk id="6" creationId="{055BB438-A01D-9F33-7484-665BEBC37849}"/>
          </ac:picMkLst>
        </pc:picChg>
        <pc:picChg chg="add mod">
          <ac:chgData name="Kishore Cunchala" userId="abe6b466b2e33cef" providerId="LiveId" clId="{7A5B309E-95B1-435D-9D47-0312E50B22E0}" dt="2026-04-27T15:02:45.691" v="6004" actId="14100"/>
          <ac:picMkLst>
            <pc:docMk/>
            <pc:sldMk cId="3942377694" sldId="261"/>
            <ac:picMk id="8" creationId="{46E07940-5851-B80F-EBAE-FB7E3DE0EDDB}"/>
          </ac:picMkLst>
        </pc:picChg>
        <pc:picChg chg="add mod">
          <ac:chgData name="Kishore Cunchala" userId="abe6b466b2e33cef" providerId="LiveId" clId="{7A5B309E-95B1-435D-9D47-0312E50B22E0}" dt="2026-04-27T15:06:06.824" v="6042" actId="14100"/>
          <ac:picMkLst>
            <pc:docMk/>
            <pc:sldMk cId="3942377694" sldId="261"/>
            <ac:picMk id="13" creationId="{5A2E7669-E50D-8C72-5C4B-39D21546BA96}"/>
          </ac:picMkLst>
        </pc:picChg>
      </pc:sldChg>
      <pc:sldChg chg="del">
        <pc:chgData name="Kishore Cunchala" userId="abe6b466b2e33cef" providerId="LiveId" clId="{7A5B309E-95B1-435D-9D47-0312E50B22E0}" dt="2026-04-27T16:07:36.604" v="8959" actId="47"/>
        <pc:sldMkLst>
          <pc:docMk/>
          <pc:sldMk cId="368374486" sldId="262"/>
        </pc:sldMkLst>
      </pc:sldChg>
      <pc:sldChg chg="del">
        <pc:chgData name="Kishore Cunchala" userId="abe6b466b2e33cef" providerId="LiveId" clId="{7A5B309E-95B1-435D-9D47-0312E50B22E0}" dt="2026-04-27T16:07:38.992" v="8960" actId="47"/>
        <pc:sldMkLst>
          <pc:docMk/>
          <pc:sldMk cId="2856194549" sldId="263"/>
        </pc:sldMkLst>
      </pc:sldChg>
      <pc:sldChg chg="del">
        <pc:chgData name="Kishore Cunchala" userId="abe6b466b2e33cef" providerId="LiveId" clId="{7A5B309E-95B1-435D-9D47-0312E50B22E0}" dt="2026-04-27T16:07:41.262" v="8961" actId="47"/>
        <pc:sldMkLst>
          <pc:docMk/>
          <pc:sldMk cId="1293768346" sldId="264"/>
        </pc:sldMkLst>
      </pc:sldChg>
      <pc:sldChg chg="del">
        <pc:chgData name="Kishore Cunchala" userId="abe6b466b2e33cef" providerId="LiveId" clId="{7A5B309E-95B1-435D-9D47-0312E50B22E0}" dt="2026-04-27T16:08:00.662" v="8962" actId="47"/>
        <pc:sldMkLst>
          <pc:docMk/>
          <pc:sldMk cId="3762532424" sldId="266"/>
        </pc:sldMkLst>
      </pc:sldChg>
      <pc:sldChg chg="del">
        <pc:chgData name="Kishore Cunchala" userId="abe6b466b2e33cef" providerId="LiveId" clId="{7A5B309E-95B1-435D-9D47-0312E50B22E0}" dt="2026-04-27T16:08:19.804" v="8963" actId="47"/>
        <pc:sldMkLst>
          <pc:docMk/>
          <pc:sldMk cId="2000372307" sldId="267"/>
        </pc:sldMkLst>
      </pc:sldChg>
      <pc:sldChg chg="delSp add del setBg delDesignElem">
        <pc:chgData name="Kishore Cunchala" userId="abe6b466b2e33cef" providerId="LiveId" clId="{7A5B309E-95B1-435D-9D47-0312E50B22E0}" dt="2026-04-27T11:18:23.085" v="1034" actId="47"/>
        <pc:sldMkLst>
          <pc:docMk/>
          <pc:sldMk cId="3441007378" sldId="268"/>
        </pc:sldMkLst>
        <pc:spChg chg="del">
          <ac:chgData name="Kishore Cunchala" userId="abe6b466b2e33cef" providerId="LiveId" clId="{7A5B309E-95B1-435D-9D47-0312E50B22E0}" dt="2026-04-27T10:48:56.819" v="57"/>
          <ac:spMkLst>
            <pc:docMk/>
            <pc:sldMk cId="3441007378" sldId="268"/>
            <ac:spMk id="9" creationId="{13B7BB51-92B8-4089-8DAB-1202A4D1C6A3}"/>
          </ac:spMkLst>
        </pc:spChg>
        <pc:spChg chg="del">
          <ac:chgData name="Kishore Cunchala" userId="abe6b466b2e33cef" providerId="LiveId" clId="{7A5B309E-95B1-435D-9D47-0312E50B22E0}" dt="2026-04-27T10:48:56.819" v="57"/>
          <ac:spMkLst>
            <pc:docMk/>
            <pc:sldMk cId="3441007378" sldId="268"/>
            <ac:spMk id="11" creationId="{FBE20309-1FB9-4818-BAFA-9C4C0534178B}"/>
          </ac:spMkLst>
        </pc:spChg>
        <pc:spChg chg="del">
          <ac:chgData name="Kishore Cunchala" userId="abe6b466b2e33cef" providerId="LiveId" clId="{7A5B309E-95B1-435D-9D47-0312E50B22E0}" dt="2026-04-27T10:48:56.819" v="57"/>
          <ac:spMkLst>
            <pc:docMk/>
            <pc:sldMk cId="3441007378" sldId="268"/>
            <ac:spMk id="13" creationId="{FBD77573-9EF2-4C35-8285-A1CF6FBB0EA5}"/>
          </ac:spMkLst>
        </pc:spChg>
      </pc:sldChg>
      <pc:sldChg chg="addSp delSp modSp add del mod setBg setClrOvrMap delDesignElem modNotesTx">
        <pc:chgData name="Kishore Cunchala" userId="abe6b466b2e33cef" providerId="LiveId" clId="{7A5B309E-95B1-435D-9D47-0312E50B22E0}" dt="2026-04-27T16:31:39.123" v="9961" actId="20577"/>
        <pc:sldMkLst>
          <pc:docMk/>
          <pc:sldMk cId="2583745204" sldId="269"/>
        </pc:sldMkLst>
        <pc:spChg chg="del mod">
          <ac:chgData name="Kishore Cunchala" userId="abe6b466b2e33cef" providerId="LiveId" clId="{7A5B309E-95B1-435D-9D47-0312E50B22E0}" dt="2026-04-27T11:15:02.729" v="1023" actId="26606"/>
          <ac:spMkLst>
            <pc:docMk/>
            <pc:sldMk cId="2583745204" sldId="269"/>
            <ac:spMk id="2" creationId="{213CA51F-9E81-50FD-B67F-CCAE17344D4A}"/>
          </ac:spMkLst>
        </pc:spChg>
        <pc:spChg chg="mod">
          <ac:chgData name="Kishore Cunchala" userId="abe6b466b2e33cef" providerId="LiveId" clId="{7A5B309E-95B1-435D-9D47-0312E50B22E0}" dt="2026-04-27T16:31:39.123" v="9961" actId="20577"/>
          <ac:spMkLst>
            <pc:docMk/>
            <pc:sldMk cId="2583745204" sldId="269"/>
            <ac:spMk id="3" creationId="{5C1EADBD-A484-A4FA-B1E5-78C57F3F5A80}"/>
          </ac:spMkLst>
        </pc:spChg>
        <pc:spChg chg="del mod">
          <ac:chgData name="Kishore Cunchala" userId="abe6b466b2e33cef" providerId="LiveId" clId="{7A5B309E-95B1-435D-9D47-0312E50B22E0}" dt="2026-04-27T13:17:01.769" v="1965"/>
          <ac:spMkLst>
            <pc:docMk/>
            <pc:sldMk cId="2583745204" sldId="269"/>
            <ac:spMk id="4" creationId="{1B6C9430-A75A-74A9-2E06-B868904C468C}"/>
          </ac:spMkLst>
        </pc:spChg>
        <pc:spChg chg="add del">
          <ac:chgData name="Kishore Cunchala" userId="abe6b466b2e33cef" providerId="LiveId" clId="{7A5B309E-95B1-435D-9D47-0312E50B22E0}" dt="2026-04-27T11:12:53.434" v="1018" actId="22"/>
          <ac:spMkLst>
            <pc:docMk/>
            <pc:sldMk cId="2583745204" sldId="269"/>
            <ac:spMk id="6" creationId="{ECA458E6-24EF-CAF6-ED2C-92449555171E}"/>
          </ac:spMkLst>
        </pc:spChg>
        <pc:spChg chg="del">
          <ac:chgData name="Kishore Cunchala" userId="abe6b466b2e33cef" providerId="LiveId" clId="{7A5B309E-95B1-435D-9D47-0312E50B22E0}" dt="2026-04-27T10:52:23.949" v="186"/>
          <ac:spMkLst>
            <pc:docMk/>
            <pc:sldMk cId="2583745204" sldId="269"/>
            <ac:spMk id="9" creationId="{13B7BB51-92B8-4089-8DAB-1202A4D1C6A3}"/>
          </ac:spMkLst>
        </pc:spChg>
        <pc:spChg chg="add">
          <ac:chgData name="Kishore Cunchala" userId="abe6b466b2e33cef" providerId="LiveId" clId="{7A5B309E-95B1-435D-9D47-0312E50B22E0}" dt="2026-04-27T11:15:02.729" v="1023" actId="26606"/>
          <ac:spMkLst>
            <pc:docMk/>
            <pc:sldMk cId="2583745204" sldId="269"/>
            <ac:spMk id="10" creationId="{13B7BB51-92B8-4089-8DAB-1202A4D1C6A3}"/>
          </ac:spMkLst>
        </pc:spChg>
        <pc:spChg chg="del">
          <ac:chgData name="Kishore Cunchala" userId="abe6b466b2e33cef" providerId="LiveId" clId="{7A5B309E-95B1-435D-9D47-0312E50B22E0}" dt="2026-04-27T10:52:23.949" v="186"/>
          <ac:spMkLst>
            <pc:docMk/>
            <pc:sldMk cId="2583745204" sldId="269"/>
            <ac:spMk id="11" creationId="{FBE20309-1FB9-4818-BAFA-9C4C0534178B}"/>
          </ac:spMkLst>
        </pc:spChg>
        <pc:spChg chg="add">
          <ac:chgData name="Kishore Cunchala" userId="abe6b466b2e33cef" providerId="LiveId" clId="{7A5B309E-95B1-435D-9D47-0312E50B22E0}" dt="2026-04-27T11:15:02.729" v="1023" actId="26606"/>
          <ac:spMkLst>
            <pc:docMk/>
            <pc:sldMk cId="2583745204" sldId="269"/>
            <ac:spMk id="12" creationId="{98DED6BC-9A3E-48D4-AD7C-A56D63F547E8}"/>
          </ac:spMkLst>
        </pc:spChg>
        <pc:spChg chg="del">
          <ac:chgData name="Kishore Cunchala" userId="abe6b466b2e33cef" providerId="LiveId" clId="{7A5B309E-95B1-435D-9D47-0312E50B22E0}" dt="2026-04-27T10:52:23.949" v="186"/>
          <ac:spMkLst>
            <pc:docMk/>
            <pc:sldMk cId="2583745204" sldId="269"/>
            <ac:spMk id="13" creationId="{FBD77573-9EF2-4C35-8285-A1CF6FBB0EA5}"/>
          </ac:spMkLst>
        </pc:spChg>
        <pc:spChg chg="add">
          <ac:chgData name="Kishore Cunchala" userId="abe6b466b2e33cef" providerId="LiveId" clId="{7A5B309E-95B1-435D-9D47-0312E50B22E0}" dt="2026-04-27T11:15:02.729" v="1023" actId="26606"/>
          <ac:spMkLst>
            <pc:docMk/>
            <pc:sldMk cId="2583745204" sldId="269"/>
            <ac:spMk id="14" creationId="{6B6E033A-DB2E-49B8-B600-B38E0C280263}"/>
          </ac:spMkLst>
        </pc:spChg>
        <pc:graphicFrameChg chg="add mod">
          <ac:chgData name="Kishore Cunchala" userId="abe6b466b2e33cef" providerId="LiveId" clId="{7A5B309E-95B1-435D-9D47-0312E50B22E0}" dt="2026-04-27T13:35:42.010" v="2572" actId="255"/>
          <ac:graphicFrameMkLst>
            <pc:docMk/>
            <pc:sldMk cId="2583745204" sldId="269"/>
            <ac:graphicFrameMk id="7" creationId="{E5883FC4-A1AC-8420-A4BE-E1114D658A15}"/>
          </ac:graphicFrameMkLst>
        </pc:graphicFrameChg>
      </pc:sldChg>
      <pc:sldChg chg="delSp add del setBg delDesignElem">
        <pc:chgData name="Kishore Cunchala" userId="abe6b466b2e33cef" providerId="LiveId" clId="{7A5B309E-95B1-435D-9D47-0312E50B22E0}" dt="2026-04-27T11:18:28.039" v="1035" actId="47"/>
        <pc:sldMkLst>
          <pc:docMk/>
          <pc:sldMk cId="1649206202" sldId="270"/>
        </pc:sldMkLst>
        <pc:spChg chg="del">
          <ac:chgData name="Kishore Cunchala" userId="abe6b466b2e33cef" providerId="LiveId" clId="{7A5B309E-95B1-435D-9D47-0312E50B22E0}" dt="2026-04-27T11:13:06.502" v="1020"/>
          <ac:spMkLst>
            <pc:docMk/>
            <pc:sldMk cId="1649206202" sldId="270"/>
            <ac:spMk id="9" creationId="{13B7BB51-92B8-4089-8DAB-1202A4D1C6A3}"/>
          </ac:spMkLst>
        </pc:spChg>
        <pc:spChg chg="del">
          <ac:chgData name="Kishore Cunchala" userId="abe6b466b2e33cef" providerId="LiveId" clId="{7A5B309E-95B1-435D-9D47-0312E50B22E0}" dt="2026-04-27T11:13:06.502" v="1020"/>
          <ac:spMkLst>
            <pc:docMk/>
            <pc:sldMk cId="1649206202" sldId="270"/>
            <ac:spMk id="11" creationId="{FBE20309-1FB9-4818-BAFA-9C4C0534178B}"/>
          </ac:spMkLst>
        </pc:spChg>
        <pc:spChg chg="del">
          <ac:chgData name="Kishore Cunchala" userId="abe6b466b2e33cef" providerId="LiveId" clId="{7A5B309E-95B1-435D-9D47-0312E50B22E0}" dt="2026-04-27T11:13:06.502" v="1020"/>
          <ac:spMkLst>
            <pc:docMk/>
            <pc:sldMk cId="1649206202" sldId="270"/>
            <ac:spMk id="13" creationId="{FBD77573-9EF2-4C35-8285-A1CF6FBB0EA5}"/>
          </ac:spMkLst>
        </pc:spChg>
      </pc:sldChg>
      <pc:sldChg chg="addSp delSp modSp add mod modNotesTx">
        <pc:chgData name="Kishore Cunchala" userId="abe6b466b2e33cef" providerId="LiveId" clId="{7A5B309E-95B1-435D-9D47-0312E50B22E0}" dt="2026-04-27T15:00:36.678" v="5990" actId="20577"/>
        <pc:sldMkLst>
          <pc:docMk/>
          <pc:sldMk cId="3495720331" sldId="270"/>
        </pc:sldMkLst>
        <pc:spChg chg="add del mod">
          <ac:chgData name="Kishore Cunchala" userId="abe6b466b2e33cef" providerId="LiveId" clId="{7A5B309E-95B1-435D-9D47-0312E50B22E0}" dt="2026-04-27T14:29:15.976" v="4915" actId="34307"/>
          <ac:spMkLst>
            <pc:docMk/>
            <pc:sldMk cId="3495720331" sldId="270"/>
            <ac:spMk id="3" creationId="{728D6C28-00AF-21A0-AF40-73521E5BA178}"/>
          </ac:spMkLst>
        </pc:spChg>
        <pc:spChg chg="mod">
          <ac:chgData name="Kishore Cunchala" userId="abe6b466b2e33cef" providerId="LiveId" clId="{7A5B309E-95B1-435D-9D47-0312E50B22E0}" dt="2026-04-27T14:21:01.680" v="4896" actId="27636"/>
          <ac:spMkLst>
            <pc:docMk/>
            <pc:sldMk cId="3495720331" sldId="270"/>
            <ac:spMk id="7" creationId="{C0ED22C9-5A68-16F7-9368-23D4484290C3}"/>
          </ac:spMkLst>
        </pc:spChg>
        <pc:picChg chg="del">
          <ac:chgData name="Kishore Cunchala" userId="abe6b466b2e33cef" providerId="LiveId" clId="{7A5B309E-95B1-435D-9D47-0312E50B22E0}" dt="2026-04-27T14:21:20.131" v="4898" actId="478"/>
          <ac:picMkLst>
            <pc:docMk/>
            <pc:sldMk cId="3495720331" sldId="270"/>
            <ac:picMk id="6" creationId="{81BFBE27-20F2-C04B-B4F1-CC2ABB12F0C4}"/>
          </ac:picMkLst>
        </pc:picChg>
        <pc:picChg chg="add mod">
          <ac:chgData name="Kishore Cunchala" userId="abe6b466b2e33cef" providerId="LiveId" clId="{7A5B309E-95B1-435D-9D47-0312E50B22E0}" dt="2026-04-27T14:29:02.365" v="4913" actId="14100"/>
          <ac:picMkLst>
            <pc:docMk/>
            <pc:sldMk cId="3495720331" sldId="270"/>
            <ac:picMk id="8" creationId="{FE327111-B929-0791-0CA1-38CACA5D76D7}"/>
          </ac:picMkLst>
        </pc:picChg>
        <pc:picChg chg="del mod">
          <ac:chgData name="Kishore Cunchala" userId="abe6b466b2e33cef" providerId="LiveId" clId="{7A5B309E-95B1-435D-9D47-0312E50B22E0}" dt="2026-04-27T14:22:21.966" v="4903" actId="478"/>
          <ac:picMkLst>
            <pc:docMk/>
            <pc:sldMk cId="3495720331" sldId="270"/>
            <ac:picMk id="10" creationId="{450BD65B-8761-CD57-8522-87EBF688C48F}"/>
          </ac:picMkLst>
        </pc:picChg>
        <pc:picChg chg="add mod">
          <ac:chgData name="Kishore Cunchala" userId="abe6b466b2e33cef" providerId="LiveId" clId="{7A5B309E-95B1-435D-9D47-0312E50B22E0}" dt="2026-04-27T14:29:21.452" v="4916" actId="14100"/>
          <ac:picMkLst>
            <pc:docMk/>
            <pc:sldMk cId="3495720331" sldId="270"/>
            <ac:picMk id="11" creationId="{4CF0287A-416E-169C-1A76-657DA906FB50}"/>
          </ac:picMkLst>
        </pc:picChg>
        <pc:picChg chg="add mod ord">
          <ac:chgData name="Kishore Cunchala" userId="abe6b466b2e33cef" providerId="LiveId" clId="{7A5B309E-95B1-435D-9D47-0312E50B22E0}" dt="2026-04-27T14:29:15.976" v="4915" actId="34307"/>
          <ac:picMkLst>
            <pc:docMk/>
            <pc:sldMk cId="3495720331" sldId="270"/>
            <ac:picMk id="12" creationId="{F221A62D-40FD-1250-F412-46B357F6E3F4}"/>
          </ac:picMkLst>
        </pc:picChg>
      </pc:sldChg>
      <pc:sldChg chg="addSp delSp modSp add mod">
        <pc:chgData name="Kishore Cunchala" userId="abe6b466b2e33cef" providerId="LiveId" clId="{7A5B309E-95B1-435D-9D47-0312E50B22E0}" dt="2026-04-27T15:47:41.992" v="8496" actId="20577"/>
        <pc:sldMkLst>
          <pc:docMk/>
          <pc:sldMk cId="1581889190" sldId="271"/>
        </pc:sldMkLst>
        <pc:spChg chg="mod">
          <ac:chgData name="Kishore Cunchala" userId="abe6b466b2e33cef" providerId="LiveId" clId="{7A5B309E-95B1-435D-9D47-0312E50B22E0}" dt="2026-04-27T15:47:41.992" v="8496" actId="20577"/>
          <ac:spMkLst>
            <pc:docMk/>
            <pc:sldMk cId="1581889190" sldId="271"/>
            <ac:spMk id="3" creationId="{20A6079D-B0B9-CE1D-C3CE-A3CE0653B333}"/>
          </ac:spMkLst>
        </pc:spChg>
        <pc:spChg chg="mod">
          <ac:chgData name="Kishore Cunchala" userId="abe6b466b2e33cef" providerId="LiveId" clId="{7A5B309E-95B1-435D-9D47-0312E50B22E0}" dt="2026-04-27T15:16:41.904" v="7337" actId="20577"/>
          <ac:spMkLst>
            <pc:docMk/>
            <pc:sldMk cId="1581889190" sldId="271"/>
            <ac:spMk id="7" creationId="{0B04DF3D-66D6-5974-3D53-DAE2030CBC29}"/>
          </ac:spMkLst>
        </pc:spChg>
        <pc:picChg chg="add mod">
          <ac:chgData name="Kishore Cunchala" userId="abe6b466b2e33cef" providerId="LiveId" clId="{7A5B309E-95B1-435D-9D47-0312E50B22E0}" dt="2026-04-27T15:16:49.057" v="7338" actId="14100"/>
          <ac:picMkLst>
            <pc:docMk/>
            <pc:sldMk cId="1581889190" sldId="271"/>
            <ac:picMk id="2" creationId="{BFF4D9C5-F4EF-C6B0-9060-AE03595B350C}"/>
          </ac:picMkLst>
        </pc:picChg>
        <pc:picChg chg="add mod">
          <ac:chgData name="Kishore Cunchala" userId="abe6b466b2e33cef" providerId="LiveId" clId="{7A5B309E-95B1-435D-9D47-0312E50B22E0}" dt="2026-04-27T15:16:52.826" v="7339" actId="14100"/>
          <ac:picMkLst>
            <pc:docMk/>
            <pc:sldMk cId="1581889190" sldId="271"/>
            <ac:picMk id="4" creationId="{46374CC5-C812-E04F-007C-C86487809235}"/>
          </ac:picMkLst>
        </pc:picChg>
        <pc:picChg chg="del">
          <ac:chgData name="Kishore Cunchala" userId="abe6b466b2e33cef" providerId="LiveId" clId="{7A5B309E-95B1-435D-9D47-0312E50B22E0}" dt="2026-04-27T15:06:57.462" v="6044" actId="478"/>
          <ac:picMkLst>
            <pc:docMk/>
            <pc:sldMk cId="1581889190" sldId="271"/>
            <ac:picMk id="8" creationId="{A4747838-56AC-6013-7BA8-A42C49EB3764}"/>
          </ac:picMkLst>
        </pc:picChg>
        <pc:picChg chg="del">
          <ac:chgData name="Kishore Cunchala" userId="abe6b466b2e33cef" providerId="LiveId" clId="{7A5B309E-95B1-435D-9D47-0312E50B22E0}" dt="2026-04-27T15:07:21.885" v="6048" actId="478"/>
          <ac:picMkLst>
            <pc:docMk/>
            <pc:sldMk cId="1581889190" sldId="271"/>
            <ac:picMk id="13" creationId="{6E636E84-E0CC-7CBB-81BE-3611D1E7B228}"/>
          </ac:picMkLst>
        </pc:picChg>
      </pc:sldChg>
      <pc:sldChg chg="addSp delSp modSp add mod modNotesTx">
        <pc:chgData name="Kishore Cunchala" userId="abe6b466b2e33cef" providerId="LiveId" clId="{7A5B309E-95B1-435D-9D47-0312E50B22E0}" dt="2026-04-27T16:44:02.522" v="11780" actId="20577"/>
        <pc:sldMkLst>
          <pc:docMk/>
          <pc:sldMk cId="2310304528" sldId="272"/>
        </pc:sldMkLst>
        <pc:spChg chg="mod">
          <ac:chgData name="Kishore Cunchala" userId="abe6b466b2e33cef" providerId="LiveId" clId="{7A5B309E-95B1-435D-9D47-0312E50B22E0}" dt="2026-04-27T15:47:29.623" v="8487" actId="20577"/>
          <ac:spMkLst>
            <pc:docMk/>
            <pc:sldMk cId="2310304528" sldId="272"/>
            <ac:spMk id="3" creationId="{DF9D71AD-8B21-FC5B-8775-7565F5ED2121}"/>
          </ac:spMkLst>
        </pc:spChg>
        <pc:spChg chg="add del mod">
          <ac:chgData name="Kishore Cunchala" userId="abe6b466b2e33cef" providerId="LiveId" clId="{7A5B309E-95B1-435D-9D47-0312E50B22E0}" dt="2026-04-27T15:36:37.586" v="8226" actId="478"/>
          <ac:spMkLst>
            <pc:docMk/>
            <pc:sldMk cId="2310304528" sldId="272"/>
            <ac:spMk id="6" creationId="{4CBAEE61-15AA-FAAA-7CE5-FC04E3FDC38C}"/>
          </ac:spMkLst>
        </pc:spChg>
        <pc:spChg chg="mod">
          <ac:chgData name="Kishore Cunchala" userId="abe6b466b2e33cef" providerId="LiveId" clId="{7A5B309E-95B1-435D-9D47-0312E50B22E0}" dt="2026-04-27T15:42:03.773" v="8284" actId="6549"/>
          <ac:spMkLst>
            <pc:docMk/>
            <pc:sldMk cId="2310304528" sldId="272"/>
            <ac:spMk id="7" creationId="{B4F1E046-9891-BD59-78B5-4BE7871FF46C}"/>
          </ac:spMkLst>
        </pc:spChg>
        <pc:picChg chg="del">
          <ac:chgData name="Kishore Cunchala" userId="abe6b466b2e33cef" providerId="LiveId" clId="{7A5B309E-95B1-435D-9D47-0312E50B22E0}" dt="2026-04-27T15:36:25.108" v="8225" actId="478"/>
          <ac:picMkLst>
            <pc:docMk/>
            <pc:sldMk cId="2310304528" sldId="272"/>
            <ac:picMk id="2" creationId="{79DF3BB9-122D-EE1B-51A7-93CB627E890D}"/>
          </ac:picMkLst>
        </pc:picChg>
        <pc:picChg chg="del">
          <ac:chgData name="Kishore Cunchala" userId="abe6b466b2e33cef" providerId="LiveId" clId="{7A5B309E-95B1-435D-9D47-0312E50B22E0}" dt="2026-04-27T15:39:04.581" v="8234" actId="478"/>
          <ac:picMkLst>
            <pc:docMk/>
            <pc:sldMk cId="2310304528" sldId="272"/>
            <ac:picMk id="4" creationId="{6BE82EBA-96EA-09F3-3B01-558EA3C5F34C}"/>
          </ac:picMkLst>
        </pc:picChg>
        <pc:picChg chg="add mod">
          <ac:chgData name="Kishore Cunchala" userId="abe6b466b2e33cef" providerId="LiveId" clId="{7A5B309E-95B1-435D-9D47-0312E50B22E0}" dt="2026-04-27T15:39:21.464" v="8276" actId="14100"/>
          <ac:picMkLst>
            <pc:docMk/>
            <pc:sldMk cId="2310304528" sldId="272"/>
            <ac:picMk id="9" creationId="{E10B2974-B634-D23B-552B-14BFEF070B24}"/>
          </ac:picMkLst>
        </pc:picChg>
        <pc:picChg chg="add mod">
          <ac:chgData name="Kishore Cunchala" userId="abe6b466b2e33cef" providerId="LiveId" clId="{7A5B309E-95B1-435D-9D47-0312E50B22E0}" dt="2026-04-27T15:41:29.542" v="8282" actId="1076"/>
          <ac:picMkLst>
            <pc:docMk/>
            <pc:sldMk cId="2310304528" sldId="272"/>
            <ac:picMk id="11" creationId="{F48B09F0-A98A-2CA6-CF96-C04DCD447EB6}"/>
          </ac:picMkLst>
        </pc:picChg>
      </pc:sldChg>
      <pc:sldChg chg="addSp delSp modSp add mod modNotesTx">
        <pc:chgData name="Kishore Cunchala" userId="abe6b466b2e33cef" providerId="LiveId" clId="{7A5B309E-95B1-435D-9D47-0312E50B22E0}" dt="2026-04-27T16:44:49.593" v="11890" actId="20577"/>
        <pc:sldMkLst>
          <pc:docMk/>
          <pc:sldMk cId="1216781169" sldId="273"/>
        </pc:sldMkLst>
        <pc:spChg chg="mod">
          <ac:chgData name="Kishore Cunchala" userId="abe6b466b2e33cef" providerId="LiveId" clId="{7A5B309E-95B1-435D-9D47-0312E50B22E0}" dt="2026-04-27T15:47:17.862" v="8468" actId="6549"/>
          <ac:spMkLst>
            <pc:docMk/>
            <pc:sldMk cId="1216781169" sldId="273"/>
            <ac:spMk id="3" creationId="{D46FA851-525E-EC61-85B9-463850017AA4}"/>
          </ac:spMkLst>
        </pc:spChg>
        <pc:spChg chg="mod">
          <ac:chgData name="Kishore Cunchala" userId="abe6b466b2e33cef" providerId="LiveId" clId="{7A5B309E-95B1-435D-9D47-0312E50B22E0}" dt="2026-04-27T16:04:22.920" v="8944" actId="27636"/>
          <ac:spMkLst>
            <pc:docMk/>
            <pc:sldMk cId="1216781169" sldId="273"/>
            <ac:spMk id="7" creationId="{D068A1BE-DBB9-61FD-9E44-0E92256976BB}"/>
          </ac:spMkLst>
        </pc:spChg>
        <pc:picChg chg="add mod">
          <ac:chgData name="Kishore Cunchala" userId="abe6b466b2e33cef" providerId="LiveId" clId="{7A5B309E-95B1-435D-9D47-0312E50B22E0}" dt="2026-04-27T15:51:51.700" v="8520" actId="14100"/>
          <ac:picMkLst>
            <pc:docMk/>
            <pc:sldMk cId="1216781169" sldId="273"/>
            <ac:picMk id="4" creationId="{672C2B1C-B292-D23B-49DD-8F2C72FAEC00}"/>
          </ac:picMkLst>
        </pc:picChg>
        <pc:picChg chg="add mod">
          <ac:chgData name="Kishore Cunchala" userId="abe6b466b2e33cef" providerId="LiveId" clId="{7A5B309E-95B1-435D-9D47-0312E50B22E0}" dt="2026-04-27T15:56:56.874" v="8524" actId="14100"/>
          <ac:picMkLst>
            <pc:docMk/>
            <pc:sldMk cId="1216781169" sldId="273"/>
            <ac:picMk id="6" creationId="{A55199A0-F7B8-9FBD-C54D-DB163AAF949B}"/>
          </ac:picMkLst>
        </pc:picChg>
        <pc:picChg chg="del">
          <ac:chgData name="Kishore Cunchala" userId="abe6b466b2e33cef" providerId="LiveId" clId="{7A5B309E-95B1-435D-9D47-0312E50B22E0}" dt="2026-04-27T15:56:01.511" v="8521" actId="478"/>
          <ac:picMkLst>
            <pc:docMk/>
            <pc:sldMk cId="1216781169" sldId="273"/>
            <ac:picMk id="9" creationId="{B0B85DDD-92EC-B0D6-A00F-6CE35D0EBFE9}"/>
          </ac:picMkLst>
        </pc:picChg>
        <pc:picChg chg="del">
          <ac:chgData name="Kishore Cunchala" userId="abe6b466b2e33cef" providerId="LiveId" clId="{7A5B309E-95B1-435D-9D47-0312E50B22E0}" dt="2026-04-27T15:50:47.660" v="8515" actId="478"/>
          <ac:picMkLst>
            <pc:docMk/>
            <pc:sldMk cId="1216781169" sldId="273"/>
            <ac:picMk id="11" creationId="{D9218B99-0F08-40D4-1B02-455AA98FEA51}"/>
          </ac:picMkLst>
        </pc:picChg>
      </pc:sldChg>
      <pc:sldChg chg="addSp delSp modSp add mod modNotesTx">
        <pc:chgData name="Kishore Cunchala" userId="abe6b466b2e33cef" providerId="LiveId" clId="{7A5B309E-95B1-435D-9D47-0312E50B22E0}" dt="2026-04-27T16:45:23.374" v="11973" actId="20577"/>
        <pc:sldMkLst>
          <pc:docMk/>
          <pc:sldMk cId="1260939695" sldId="274"/>
        </pc:sldMkLst>
        <pc:spChg chg="mod">
          <ac:chgData name="Kishore Cunchala" userId="abe6b466b2e33cef" providerId="LiveId" clId="{7A5B309E-95B1-435D-9D47-0312E50B22E0}" dt="2026-04-27T16:08:43.743" v="8967" actId="255"/>
          <ac:spMkLst>
            <pc:docMk/>
            <pc:sldMk cId="1260939695" sldId="274"/>
            <ac:spMk id="3" creationId="{C6293619-517E-53C3-89F0-59BD1C80B664}"/>
          </ac:spMkLst>
        </pc:spChg>
        <pc:spChg chg="mod">
          <ac:chgData name="Kishore Cunchala" userId="abe6b466b2e33cef" providerId="LiveId" clId="{7A5B309E-95B1-435D-9D47-0312E50B22E0}" dt="2026-04-27T16:24:18.166" v="9800" actId="313"/>
          <ac:spMkLst>
            <pc:docMk/>
            <pc:sldMk cId="1260939695" sldId="274"/>
            <ac:spMk id="7" creationId="{E26E9E26-C294-30E4-E2EB-DB08CD5D3540}"/>
          </ac:spMkLst>
        </pc:spChg>
        <pc:picChg chg="del">
          <ac:chgData name="Kishore Cunchala" userId="abe6b466b2e33cef" providerId="LiveId" clId="{7A5B309E-95B1-435D-9D47-0312E50B22E0}" dt="2026-04-27T16:24:27.221" v="9801" actId="478"/>
          <ac:picMkLst>
            <pc:docMk/>
            <pc:sldMk cId="1260939695" sldId="274"/>
            <ac:picMk id="4" creationId="{52ACEA33-7D71-2038-A2CD-31747E71B2F2}"/>
          </ac:picMkLst>
        </pc:picChg>
        <pc:picChg chg="add mod">
          <ac:chgData name="Kishore Cunchala" userId="abe6b466b2e33cef" providerId="LiveId" clId="{7A5B309E-95B1-435D-9D47-0312E50B22E0}" dt="2026-04-27T16:25:26.232" v="9805" actId="14100"/>
          <ac:picMkLst>
            <pc:docMk/>
            <pc:sldMk cId="1260939695" sldId="274"/>
            <ac:picMk id="5" creationId="{81BB858A-A3FE-89B1-EB12-19789CC6CA37}"/>
          </ac:picMkLst>
        </pc:picChg>
        <pc:picChg chg="del">
          <ac:chgData name="Kishore Cunchala" userId="abe6b466b2e33cef" providerId="LiveId" clId="{7A5B309E-95B1-435D-9D47-0312E50B22E0}" dt="2026-04-27T16:25:29.964" v="9806" actId="478"/>
          <ac:picMkLst>
            <pc:docMk/>
            <pc:sldMk cId="1260939695" sldId="274"/>
            <ac:picMk id="6" creationId="{DF9E0BDF-5387-2172-7030-1E7B2A443549}"/>
          </ac:picMkLst>
        </pc:picChg>
        <pc:picChg chg="add mod">
          <ac:chgData name="Kishore Cunchala" userId="abe6b466b2e33cef" providerId="LiveId" clId="{7A5B309E-95B1-435D-9D47-0312E50B22E0}" dt="2026-04-27T16:27:10.423" v="9812" actId="14100"/>
          <ac:picMkLst>
            <pc:docMk/>
            <pc:sldMk cId="1260939695" sldId="274"/>
            <ac:picMk id="9" creationId="{2F1908D1-5E57-8A55-B9F2-3BAC092C9E78}"/>
          </ac:picMkLst>
        </pc:picChg>
      </pc:sldChg>
      <pc:sldChg chg="addSp delSp modSp add mod ord">
        <pc:chgData name="Kishore Cunchala" userId="abe6b466b2e33cef" providerId="LiveId" clId="{7A5B309E-95B1-435D-9D47-0312E50B22E0}" dt="2026-04-27T16:37:38.140" v="11010" actId="20577"/>
        <pc:sldMkLst>
          <pc:docMk/>
          <pc:sldMk cId="3735836669" sldId="275"/>
        </pc:sldMkLst>
        <pc:spChg chg="mod">
          <ac:chgData name="Kishore Cunchala" userId="abe6b466b2e33cef" providerId="LiveId" clId="{7A5B309E-95B1-435D-9D47-0312E50B22E0}" dt="2026-04-27T16:31:49.816" v="9985" actId="20577"/>
          <ac:spMkLst>
            <pc:docMk/>
            <pc:sldMk cId="3735836669" sldId="275"/>
            <ac:spMk id="5" creationId="{60194FD1-281A-AC31-FB8E-FAB6ACE1889D}"/>
          </ac:spMkLst>
        </pc:spChg>
        <pc:spChg chg="mod">
          <ac:chgData name="Kishore Cunchala" userId="abe6b466b2e33cef" providerId="LiveId" clId="{7A5B309E-95B1-435D-9D47-0312E50B22E0}" dt="2026-04-27T16:37:38.140" v="11010" actId="20577"/>
          <ac:spMkLst>
            <pc:docMk/>
            <pc:sldMk cId="3735836669" sldId="275"/>
            <ac:spMk id="7" creationId="{C1F77633-9039-09DF-A28A-1FA981AB0E5A}"/>
          </ac:spMkLst>
        </pc:spChg>
        <pc:picChg chg="add del">
          <ac:chgData name="Kishore Cunchala" userId="abe6b466b2e33cef" providerId="LiveId" clId="{7A5B309E-95B1-435D-9D47-0312E50B22E0}" dt="2026-04-27T16:29:18.545" v="9879" actId="22"/>
          <ac:picMkLst>
            <pc:docMk/>
            <pc:sldMk cId="3735836669" sldId="275"/>
            <ac:picMk id="3" creationId="{447FD42B-B9E7-12F2-235C-4364D140C0A6}"/>
          </ac:picMkLst>
        </pc:picChg>
      </pc:sldChg>
      <pc:sldChg chg="modSp add mod modNotesTx">
        <pc:chgData name="Kishore Cunchala" userId="abe6b466b2e33cef" providerId="LiveId" clId="{7A5B309E-95B1-435D-9D47-0312E50B22E0}" dt="2026-04-27T16:46:58.803" v="12161" actId="20577"/>
        <pc:sldMkLst>
          <pc:docMk/>
          <pc:sldMk cId="3196901774" sldId="276"/>
        </pc:sldMkLst>
        <pc:spChg chg="mod">
          <ac:chgData name="Kishore Cunchala" userId="abe6b466b2e33cef" providerId="LiveId" clId="{7A5B309E-95B1-435D-9D47-0312E50B22E0}" dt="2026-04-27T16:35:22.176" v="10594" actId="20577"/>
          <ac:spMkLst>
            <pc:docMk/>
            <pc:sldMk cId="3196901774" sldId="276"/>
            <ac:spMk id="5" creationId="{2A57455C-F4CC-34DA-8583-52980A5DF2B5}"/>
          </ac:spMkLst>
        </pc:spChg>
        <pc:spChg chg="mod">
          <ac:chgData name="Kishore Cunchala" userId="abe6b466b2e33cef" providerId="LiveId" clId="{7A5B309E-95B1-435D-9D47-0312E50B22E0}" dt="2026-04-27T16:40:19.640" v="11309" actId="6549"/>
          <ac:spMkLst>
            <pc:docMk/>
            <pc:sldMk cId="3196901774" sldId="276"/>
            <ac:spMk id="7" creationId="{B0D5FEA9-7B73-0242-0FF7-7D2B77E253F7}"/>
          </ac:spMkLst>
        </pc:spChg>
      </pc:sldChg>
      <pc:sldMasterChg chg="del delSldLayout">
        <pc:chgData name="Kishore Cunchala" userId="abe6b466b2e33cef" providerId="LiveId" clId="{7A5B309E-95B1-435D-9D47-0312E50B22E0}" dt="2026-04-27T16:08:19.804" v="8963" actId="47"/>
        <pc:sldMasterMkLst>
          <pc:docMk/>
          <pc:sldMasterMk cId="2523227133" sldId="2147483765"/>
        </pc:sldMasterMkLst>
        <pc:sldLayoutChg chg="del">
          <pc:chgData name="Kishore Cunchala" userId="abe6b466b2e33cef" providerId="LiveId" clId="{7A5B309E-95B1-435D-9D47-0312E50B22E0}" dt="2026-04-27T16:08:19.804" v="8963" actId="47"/>
          <pc:sldLayoutMkLst>
            <pc:docMk/>
            <pc:sldMasterMk cId="2523227133" sldId="2147483765"/>
            <pc:sldLayoutMk cId="1152574585" sldId="2147483754"/>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3069652738" sldId="2147483755"/>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3597867011" sldId="2147483756"/>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2906261963" sldId="2147483757"/>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4116327302" sldId="2147483758"/>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2338413668" sldId="2147483759"/>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980290453" sldId="2147483760"/>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2847473477" sldId="2147483761"/>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325252110" sldId="2147483762"/>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820273657" sldId="2147483763"/>
          </pc:sldLayoutMkLst>
        </pc:sldLayoutChg>
        <pc:sldLayoutChg chg="del">
          <pc:chgData name="Kishore Cunchala" userId="abe6b466b2e33cef" providerId="LiveId" clId="{7A5B309E-95B1-435D-9D47-0312E50B22E0}" dt="2026-04-27T16:08:19.804" v="8963" actId="47"/>
          <pc:sldLayoutMkLst>
            <pc:docMk/>
            <pc:sldMasterMk cId="2523227133" sldId="2147483765"/>
            <pc:sldLayoutMk cId="2956962861" sldId="214748376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C988C9-8AD4-4052-8A67-1EE0DCFAA2E2}" type="doc">
      <dgm:prSet loTypeId="urn:microsoft.com/office/officeart/2005/8/layout/cycle1" loCatId="cycle" qsTypeId="urn:microsoft.com/office/officeart/2005/8/quickstyle/simple1" qsCatId="simple" csTypeId="urn:microsoft.com/office/officeart/2005/8/colors/colorful1" csCatId="colorful"/>
      <dgm:spPr/>
      <dgm:t>
        <a:bodyPr/>
        <a:lstStyle/>
        <a:p>
          <a:endParaRPr lang="en-US"/>
        </a:p>
      </dgm:t>
    </dgm:pt>
    <dgm:pt modelId="{A7B189DD-27A1-4A32-A0E7-4A2666B9A2E3}">
      <dgm:prSet custT="1"/>
      <dgm:spPr/>
      <dgm:t>
        <a:bodyPr/>
        <a:lstStyle/>
        <a:p>
          <a:r>
            <a:rPr lang="en-US" sz="3200" dirty="0"/>
            <a:t>ICU Chat Agent for Mortality Prediction and Medication Optimization</a:t>
          </a:r>
        </a:p>
      </dgm:t>
    </dgm:pt>
    <dgm:pt modelId="{C4381331-7132-4FFE-BA85-A2AC8141088C}" type="parTrans" cxnId="{C23B9C83-56FD-4626-835B-117B672BA2F1}">
      <dgm:prSet/>
      <dgm:spPr/>
      <dgm:t>
        <a:bodyPr/>
        <a:lstStyle/>
        <a:p>
          <a:endParaRPr lang="en-US"/>
        </a:p>
      </dgm:t>
    </dgm:pt>
    <dgm:pt modelId="{E6FCA7E7-5CA8-4DE4-92B9-F122929D7D49}" type="sibTrans" cxnId="{C23B9C83-56FD-4626-835B-117B672BA2F1}">
      <dgm:prSet/>
      <dgm:spPr/>
      <dgm:t>
        <a:bodyPr/>
        <a:lstStyle/>
        <a:p>
          <a:endParaRPr lang="en-US"/>
        </a:p>
      </dgm:t>
    </dgm:pt>
    <dgm:pt modelId="{2A773C07-4C6B-4AE5-BD29-FBED4E2870E1}" type="pres">
      <dgm:prSet presAssocID="{93C988C9-8AD4-4052-8A67-1EE0DCFAA2E2}" presName="cycle" presStyleCnt="0">
        <dgm:presLayoutVars>
          <dgm:dir/>
          <dgm:resizeHandles val="exact"/>
        </dgm:presLayoutVars>
      </dgm:prSet>
      <dgm:spPr/>
    </dgm:pt>
    <dgm:pt modelId="{B8DC7EE6-E1DE-435A-AC64-DD1B4C83A4EA}" type="pres">
      <dgm:prSet presAssocID="{A7B189DD-27A1-4A32-A0E7-4A2666B9A2E3}" presName="node" presStyleLbl="revTx" presStyleIdx="0" presStyleCnt="1">
        <dgm:presLayoutVars>
          <dgm:bulletEnabled val="1"/>
        </dgm:presLayoutVars>
      </dgm:prSet>
      <dgm:spPr/>
    </dgm:pt>
  </dgm:ptLst>
  <dgm:cxnLst>
    <dgm:cxn modelId="{C23B9C83-56FD-4626-835B-117B672BA2F1}" srcId="{93C988C9-8AD4-4052-8A67-1EE0DCFAA2E2}" destId="{A7B189DD-27A1-4A32-A0E7-4A2666B9A2E3}" srcOrd="0" destOrd="0" parTransId="{C4381331-7132-4FFE-BA85-A2AC8141088C}" sibTransId="{E6FCA7E7-5CA8-4DE4-92B9-F122929D7D49}"/>
    <dgm:cxn modelId="{B3D3C78C-C011-4D23-AD6C-48A6E70B5E6E}" type="presOf" srcId="{A7B189DD-27A1-4A32-A0E7-4A2666B9A2E3}" destId="{B8DC7EE6-E1DE-435A-AC64-DD1B4C83A4EA}" srcOrd="0" destOrd="0" presId="urn:microsoft.com/office/officeart/2005/8/layout/cycle1"/>
    <dgm:cxn modelId="{207329FB-7658-4456-B557-FDBC4115B394}" type="presOf" srcId="{93C988C9-8AD4-4052-8A67-1EE0DCFAA2E2}" destId="{2A773C07-4C6B-4AE5-BD29-FBED4E2870E1}" srcOrd="0" destOrd="0" presId="urn:microsoft.com/office/officeart/2005/8/layout/cycle1"/>
    <dgm:cxn modelId="{CCB98CC4-D898-41E5-91F0-9451EDB99BA9}" type="presParOf" srcId="{2A773C07-4C6B-4AE5-BD29-FBED4E2870E1}" destId="{B8DC7EE6-E1DE-435A-AC64-DD1B4C83A4EA}" srcOrd="0" destOrd="0" presId="urn:microsoft.com/office/officeart/2005/8/layout/cycle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C7EE6-E1DE-435A-AC64-DD1B4C83A4EA}">
      <dsp:nvSpPr>
        <dsp:cNvPr id="0" name=""/>
        <dsp:cNvSpPr/>
      </dsp:nvSpPr>
      <dsp:spPr>
        <a:xfrm>
          <a:off x="204137" y="572"/>
          <a:ext cx="4453042" cy="4453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ICU Chat Agent for Mortality Prediction and Medication Optimization</a:t>
          </a:r>
        </a:p>
      </dsp:txBody>
      <dsp:txXfrm>
        <a:off x="204137" y="572"/>
        <a:ext cx="4453042" cy="4453042"/>
      </dsp:txXfrm>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8B4570-EF85-4975-9B6A-AD10F1948398}"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C57BC-E19F-4CF0-8ABF-BABC0CC456A3}" type="slidenum">
              <a:rPr lang="en-US" smtClean="0"/>
              <a:t>‹#›</a:t>
            </a:fld>
            <a:endParaRPr lang="en-US"/>
          </a:p>
        </p:txBody>
      </p:sp>
    </p:spTree>
    <p:extLst>
      <p:ext uri="{BB962C8B-B14F-4D97-AF65-F5344CB8AC3E}">
        <p14:creationId xmlns:p14="http://schemas.microsoft.com/office/powerpoint/2010/main" val="2282136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Main idea : Integrate Data sets, pre-trained ML models in a chat interface that can provide useful evidence-based  information about mortality risk and medications that lower the patient risk in ICU. The cohort are blood disease patients. Target audience are the healthcare professionals. The overarching goal is to ensure that the chat Agent leverages the pretrained models for prediction and medicine recommendations and not random guesses.</a:t>
            </a:r>
          </a:p>
        </p:txBody>
      </p:sp>
      <p:sp>
        <p:nvSpPr>
          <p:cNvPr id="4" name="Slide Number Placeholder 3"/>
          <p:cNvSpPr>
            <a:spLocks noGrp="1"/>
          </p:cNvSpPr>
          <p:nvPr>
            <p:ph type="sldNum" sz="quarter" idx="5"/>
          </p:nvPr>
        </p:nvSpPr>
        <p:spPr/>
        <p:txBody>
          <a:bodyPr/>
          <a:lstStyle/>
          <a:p>
            <a:fld id="{B6DDA573-40AC-4C73-96E4-AF74219483FB}" type="slidenum">
              <a:rPr lang="en-US" smtClean="0"/>
              <a:t>2</a:t>
            </a:fld>
            <a:endParaRPr lang="en-US"/>
          </a:p>
        </p:txBody>
      </p:sp>
    </p:spTree>
    <p:extLst>
      <p:ext uri="{BB962C8B-B14F-4D97-AF65-F5344CB8AC3E}">
        <p14:creationId xmlns:p14="http://schemas.microsoft.com/office/powerpoint/2010/main" val="237236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set up assumes familiarity with MIMIC III Dataset and Google tools like </a:t>
            </a:r>
            <a:r>
              <a:rPr lang="en-US" dirty="0" err="1"/>
              <a:t>Colab</a:t>
            </a:r>
            <a:r>
              <a:rPr lang="en-US" dirty="0"/>
              <a:t>, </a:t>
            </a:r>
            <a:r>
              <a:rPr lang="en-US" dirty="0" err="1"/>
              <a:t>BigQuery</a:t>
            </a:r>
            <a:r>
              <a:rPr lang="en-US" dirty="0"/>
              <a:t>, Cloud Console, LLM tools like Open AI API’s</a:t>
            </a:r>
          </a:p>
        </p:txBody>
      </p:sp>
      <p:sp>
        <p:nvSpPr>
          <p:cNvPr id="4" name="Slide Number Placeholder 3"/>
          <p:cNvSpPr>
            <a:spLocks noGrp="1"/>
          </p:cNvSpPr>
          <p:nvPr>
            <p:ph type="sldNum" sz="quarter" idx="5"/>
          </p:nvPr>
        </p:nvSpPr>
        <p:spPr/>
        <p:txBody>
          <a:bodyPr/>
          <a:lstStyle/>
          <a:p>
            <a:fld id="{2C4C57BC-E19F-4CF0-8ABF-BABC0CC456A3}" type="slidenum">
              <a:rPr lang="en-US" smtClean="0"/>
              <a:t>3</a:t>
            </a:fld>
            <a:endParaRPr lang="en-US"/>
          </a:p>
        </p:txBody>
      </p:sp>
    </p:spTree>
    <p:extLst>
      <p:ext uri="{BB962C8B-B14F-4D97-AF65-F5344CB8AC3E}">
        <p14:creationId xmlns:p14="http://schemas.microsoft.com/office/powerpoint/2010/main" val="3015375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Adopted IEEE standard Software development Methodology.</a:t>
            </a:r>
          </a:p>
        </p:txBody>
      </p:sp>
      <p:sp>
        <p:nvSpPr>
          <p:cNvPr id="4" name="Slide Number Placeholder 3"/>
          <p:cNvSpPr>
            <a:spLocks noGrp="1"/>
          </p:cNvSpPr>
          <p:nvPr>
            <p:ph type="sldNum" sz="quarter" idx="5"/>
          </p:nvPr>
        </p:nvSpPr>
        <p:spPr/>
        <p:txBody>
          <a:bodyPr/>
          <a:lstStyle/>
          <a:p>
            <a:fld id="{2C4C57BC-E19F-4CF0-8ABF-BABC0CC456A3}" type="slidenum">
              <a:rPr lang="en-US" smtClean="0"/>
              <a:t>4</a:t>
            </a:fld>
            <a:endParaRPr lang="en-US"/>
          </a:p>
        </p:txBody>
      </p:sp>
    </p:spTree>
    <p:extLst>
      <p:ext uri="{BB962C8B-B14F-4D97-AF65-F5344CB8AC3E}">
        <p14:creationId xmlns:p14="http://schemas.microsoft.com/office/powerpoint/2010/main" val="1113761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First step in Dataset preparation for the model. All tables are in MIMIC III Dataset</a:t>
            </a:r>
          </a:p>
        </p:txBody>
      </p:sp>
      <p:sp>
        <p:nvSpPr>
          <p:cNvPr id="4" name="Slide Number Placeholder 3"/>
          <p:cNvSpPr>
            <a:spLocks noGrp="1"/>
          </p:cNvSpPr>
          <p:nvPr>
            <p:ph type="sldNum" sz="quarter" idx="5"/>
          </p:nvPr>
        </p:nvSpPr>
        <p:spPr/>
        <p:txBody>
          <a:bodyPr/>
          <a:lstStyle/>
          <a:p>
            <a:fld id="{2C4C57BC-E19F-4CF0-8ABF-BABC0CC456A3}" type="slidenum">
              <a:rPr lang="en-US" smtClean="0"/>
              <a:t>5</a:t>
            </a:fld>
            <a:endParaRPr lang="en-US"/>
          </a:p>
        </p:txBody>
      </p:sp>
    </p:spTree>
    <p:extLst>
      <p:ext uri="{BB962C8B-B14F-4D97-AF65-F5344CB8AC3E}">
        <p14:creationId xmlns:p14="http://schemas.microsoft.com/office/powerpoint/2010/main" val="15025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C507B-BD18-1F08-B418-AA2168110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D99C0-8471-F385-0067-168A68C8B0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9C6FE2-73DF-DFDA-DEF9-81775BC12D5A}"/>
              </a:ext>
            </a:extLst>
          </p:cNvPr>
          <p:cNvSpPr>
            <a:spLocks noGrp="1"/>
          </p:cNvSpPr>
          <p:nvPr>
            <p:ph type="body" idx="1"/>
          </p:nvPr>
        </p:nvSpPr>
        <p:spPr/>
        <p:txBody>
          <a:bodyPr/>
          <a:lstStyle/>
          <a:p>
            <a:r>
              <a:rPr lang="en-US" dirty="0"/>
              <a:t>First step in Dataset preparation for the model. All tables are in MIMIC III Dataset</a:t>
            </a:r>
          </a:p>
        </p:txBody>
      </p:sp>
      <p:sp>
        <p:nvSpPr>
          <p:cNvPr id="4" name="Slide Number Placeholder 3">
            <a:extLst>
              <a:ext uri="{FF2B5EF4-FFF2-40B4-BE49-F238E27FC236}">
                <a16:creationId xmlns:a16="http://schemas.microsoft.com/office/drawing/2014/main" id="{19697BE2-82FE-E0AB-B4D7-6A1B3FD610FD}"/>
              </a:ext>
            </a:extLst>
          </p:cNvPr>
          <p:cNvSpPr>
            <a:spLocks noGrp="1"/>
          </p:cNvSpPr>
          <p:nvPr>
            <p:ph type="sldNum" sz="quarter" idx="5"/>
          </p:nvPr>
        </p:nvSpPr>
        <p:spPr/>
        <p:txBody>
          <a:bodyPr/>
          <a:lstStyle/>
          <a:p>
            <a:fld id="{2C4C57BC-E19F-4CF0-8ABF-BABC0CC456A3}" type="slidenum">
              <a:rPr lang="en-US" smtClean="0"/>
              <a:t>6</a:t>
            </a:fld>
            <a:endParaRPr lang="en-US"/>
          </a:p>
        </p:txBody>
      </p:sp>
    </p:spTree>
    <p:extLst>
      <p:ext uri="{BB962C8B-B14F-4D97-AF65-F5344CB8AC3E}">
        <p14:creationId xmlns:p14="http://schemas.microsoft.com/office/powerpoint/2010/main" val="3559998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tuning of RSF model presents a lot of challenges as it is very tedious and time consuming to </a:t>
            </a:r>
            <a:r>
              <a:rPr lang="en-US" dirty="0" err="1"/>
              <a:t>hypertune</a:t>
            </a:r>
            <a:r>
              <a:rPr lang="en-US" dirty="0"/>
              <a:t>. Particularly , I found it rather frustrating to keep playing around with values of number trees and Leaf sizes.</a:t>
            </a:r>
          </a:p>
        </p:txBody>
      </p:sp>
      <p:sp>
        <p:nvSpPr>
          <p:cNvPr id="4" name="Slide Number Placeholder 3"/>
          <p:cNvSpPr>
            <a:spLocks noGrp="1"/>
          </p:cNvSpPr>
          <p:nvPr>
            <p:ph type="sldNum" sz="quarter" idx="5"/>
          </p:nvPr>
        </p:nvSpPr>
        <p:spPr/>
        <p:txBody>
          <a:bodyPr/>
          <a:lstStyle/>
          <a:p>
            <a:fld id="{2C4C57BC-E19F-4CF0-8ABF-BABC0CC456A3}" type="slidenum">
              <a:rPr lang="en-US" smtClean="0"/>
              <a:t>9</a:t>
            </a:fld>
            <a:endParaRPr lang="en-US"/>
          </a:p>
        </p:txBody>
      </p:sp>
    </p:spTree>
    <p:extLst>
      <p:ext uri="{BB962C8B-B14F-4D97-AF65-F5344CB8AC3E}">
        <p14:creationId xmlns:p14="http://schemas.microsoft.com/office/powerpoint/2010/main" val="1703539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RFC is  a Binary Classifier that is perfectly suited for predicting medications.</a:t>
            </a:r>
          </a:p>
        </p:txBody>
      </p:sp>
      <p:sp>
        <p:nvSpPr>
          <p:cNvPr id="4" name="Slide Number Placeholder 3"/>
          <p:cNvSpPr>
            <a:spLocks noGrp="1"/>
          </p:cNvSpPr>
          <p:nvPr>
            <p:ph type="sldNum" sz="quarter" idx="5"/>
          </p:nvPr>
        </p:nvSpPr>
        <p:spPr/>
        <p:txBody>
          <a:bodyPr/>
          <a:lstStyle/>
          <a:p>
            <a:fld id="{2C4C57BC-E19F-4CF0-8ABF-BABC0CC456A3}" type="slidenum">
              <a:rPr lang="en-US" smtClean="0"/>
              <a:t>10</a:t>
            </a:fld>
            <a:endParaRPr lang="en-US"/>
          </a:p>
        </p:txBody>
      </p:sp>
    </p:spTree>
    <p:extLst>
      <p:ext uri="{BB962C8B-B14F-4D97-AF65-F5344CB8AC3E}">
        <p14:creationId xmlns:p14="http://schemas.microsoft.com/office/powerpoint/2010/main" val="910465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was the fun part where everything came together magically.</a:t>
            </a:r>
          </a:p>
        </p:txBody>
      </p:sp>
      <p:sp>
        <p:nvSpPr>
          <p:cNvPr id="4" name="Slide Number Placeholder 3"/>
          <p:cNvSpPr>
            <a:spLocks noGrp="1"/>
          </p:cNvSpPr>
          <p:nvPr>
            <p:ph type="sldNum" sz="quarter" idx="5"/>
          </p:nvPr>
        </p:nvSpPr>
        <p:spPr/>
        <p:txBody>
          <a:bodyPr/>
          <a:lstStyle/>
          <a:p>
            <a:fld id="{2C4C57BC-E19F-4CF0-8ABF-BABC0CC456A3}" type="slidenum">
              <a:rPr lang="en-US" smtClean="0"/>
              <a:t>11</a:t>
            </a:fld>
            <a:endParaRPr lang="en-US"/>
          </a:p>
        </p:txBody>
      </p:sp>
    </p:spTree>
    <p:extLst>
      <p:ext uri="{BB962C8B-B14F-4D97-AF65-F5344CB8AC3E}">
        <p14:creationId xmlns:p14="http://schemas.microsoft.com/office/powerpoint/2010/main" val="1859175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4C57BC-E19F-4CF0-8ABF-BABC0CC456A3}" type="slidenum">
              <a:rPr lang="en-US" smtClean="0"/>
              <a:t>12</a:t>
            </a:fld>
            <a:endParaRPr lang="en-US"/>
          </a:p>
        </p:txBody>
      </p:sp>
    </p:spTree>
    <p:extLst>
      <p:ext uri="{BB962C8B-B14F-4D97-AF65-F5344CB8AC3E}">
        <p14:creationId xmlns:p14="http://schemas.microsoft.com/office/powerpoint/2010/main" val="3539734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33E66-CFC2-F0B8-32F7-D78C8621A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0C74F-4DC3-54C5-60B1-8F063F8A71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EAF9CC-87FD-3076-4199-E0B5365A5124}"/>
              </a:ext>
            </a:extLst>
          </p:cNvPr>
          <p:cNvSpPr>
            <a:spLocks noGrp="1"/>
          </p:cNvSpPr>
          <p:nvPr>
            <p:ph type="body" idx="1"/>
          </p:nvPr>
        </p:nvSpPr>
        <p:spPr/>
        <p:txBody>
          <a:bodyPr/>
          <a:lstStyle/>
          <a:p>
            <a:r>
              <a:rPr lang="en-US" dirty="0"/>
              <a:t>I have thoroughly enjoyed this course and had a lot fun learning and playing around with Python, </a:t>
            </a:r>
            <a:r>
              <a:rPr lang="en-US" dirty="0" err="1"/>
              <a:t>Colab</a:t>
            </a:r>
            <a:r>
              <a:rPr lang="en-US" dirty="0"/>
              <a:t> , </a:t>
            </a:r>
            <a:r>
              <a:rPr lang="en-US" dirty="0" err="1"/>
              <a:t>Matplot</a:t>
            </a:r>
            <a:r>
              <a:rPr lang="en-US" dirty="0"/>
              <a:t> , OpenAI , ML models. </a:t>
            </a:r>
          </a:p>
          <a:p>
            <a:r>
              <a:rPr lang="en-US" dirty="0"/>
              <a:t>Thanks much for the opportunity. -- PC</a:t>
            </a:r>
          </a:p>
        </p:txBody>
      </p:sp>
      <p:sp>
        <p:nvSpPr>
          <p:cNvPr id="4" name="Slide Number Placeholder 3">
            <a:extLst>
              <a:ext uri="{FF2B5EF4-FFF2-40B4-BE49-F238E27FC236}">
                <a16:creationId xmlns:a16="http://schemas.microsoft.com/office/drawing/2014/main" id="{454ED5FE-7120-D8A2-0462-D48966D7FF78}"/>
              </a:ext>
            </a:extLst>
          </p:cNvPr>
          <p:cNvSpPr>
            <a:spLocks noGrp="1"/>
          </p:cNvSpPr>
          <p:nvPr>
            <p:ph type="sldNum" sz="quarter" idx="5"/>
          </p:nvPr>
        </p:nvSpPr>
        <p:spPr/>
        <p:txBody>
          <a:bodyPr/>
          <a:lstStyle/>
          <a:p>
            <a:fld id="{2C4C57BC-E19F-4CF0-8ABF-BABC0CC456A3}" type="slidenum">
              <a:rPr lang="en-US" smtClean="0"/>
              <a:t>13</a:t>
            </a:fld>
            <a:endParaRPr lang="en-US"/>
          </a:p>
        </p:txBody>
      </p:sp>
    </p:spTree>
    <p:extLst>
      <p:ext uri="{BB962C8B-B14F-4D97-AF65-F5344CB8AC3E}">
        <p14:creationId xmlns:p14="http://schemas.microsoft.com/office/powerpoint/2010/main" val="1634184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pPr algn="l"/>
            <a:fld id="{A5B0A250-5CC0-1746-B209-08E8B0DAE6AF}" type="datetimeFigureOut">
              <a:rPr lang="en-US" smtClean="0"/>
              <a:pPr algn="l"/>
              <a:t>4/27/2026</a:t>
            </a:fld>
            <a:endParaRPr lang="en-US" dirty="0"/>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264864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382509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4244342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3005046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3509377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4085497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A5B0A250-5CC0-1746-B209-08E8B0DAE6AF}" type="datetimeFigureOut">
              <a:rPr lang="en-US" smtClean="0"/>
              <a:pPr/>
              <a:t>4/27/2026</a:t>
            </a:fld>
            <a:endParaRPr lang="en-US" dirty="0"/>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0520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A5B0A250-5CC0-1746-B209-08E8B0DAE6AF}" type="datetimeFigureOut">
              <a:rPr lang="en-US" smtClean="0"/>
              <a:pPr/>
              <a:t>4/27/2026</a:t>
            </a:fld>
            <a:endParaRPr lang="en-US" dirty="0"/>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671600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589497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3759805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A5B0A250-5CC0-1746-B209-08E8B0DAE6AF}" type="datetimeFigureOut">
              <a:rPr lang="en-US" smtClean="0"/>
              <a:t>4/27/2026</a:t>
            </a:fld>
            <a:endParaRPr lang="en-US" dirty="0"/>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36744467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A5B0A250-5CC0-1746-B209-08E8B0DAE6AF}" type="datetimeFigureOut">
              <a:rPr lang="en-US" smtClean="0"/>
              <a:t>4/27/2026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12699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B0A250-5CC0-1746-B209-08E8B0DAE6AF}" type="datetimeFigureOut">
              <a:rPr lang="en-US" smtClean="0"/>
              <a:pPr/>
              <a:t>4/27/2026</a:t>
            </a:fld>
            <a:endParaRPr lang="en-US" dirty="0"/>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108893581"/>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kishorecunchala/High_Risk_Project_Assignment" TargetMode="Externa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hyperlink" Target="https://drive.google.com/drive/folders/1RZD0xXibDHFEMcNWTQrqSVq-1HxX87JL?usp=sharing" TargetMode="Externa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7.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hemeOverride" Target="../theme/themeOverr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hemeOverride" Target="../theme/themeOverride5.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hemeOverride" Target="../theme/themeOverride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9.xml"/><Relationship Id="rId1" Type="http://schemas.openxmlformats.org/officeDocument/2006/relationships/themeOverride" Target="../theme/themeOverride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9.xml"/><Relationship Id="rId1" Type="http://schemas.openxmlformats.org/officeDocument/2006/relationships/themeOverride" Target="../theme/themeOverride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hemeOverride" Target="../theme/themeOverride9.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themeOverride" Target="../theme/themeOverride10.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hemeOverride" Target="../theme/themeOverride1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hemeOverride" Target="../theme/themeOverr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56537-6044-9007-EABA-6C8394C9F1CD}"/>
              </a:ext>
            </a:extLst>
          </p:cNvPr>
          <p:cNvSpPr>
            <a:spLocks noGrp="1"/>
          </p:cNvSpPr>
          <p:nvPr>
            <p:ph type="ctrTitle"/>
          </p:nvPr>
        </p:nvSpPr>
        <p:spPr>
          <a:xfrm>
            <a:off x="7588251" y="768335"/>
            <a:ext cx="4025901" cy="1939694"/>
          </a:xfrm>
        </p:spPr>
        <p:txBody>
          <a:bodyPr>
            <a:normAutofit/>
          </a:bodyPr>
          <a:lstStyle/>
          <a:p>
            <a:r>
              <a:rPr lang="en-US" sz="4400" dirty="0"/>
              <a:t>AI 380 H – AI in Healthcare</a:t>
            </a:r>
          </a:p>
        </p:txBody>
      </p:sp>
      <p:sp>
        <p:nvSpPr>
          <p:cNvPr id="3" name="Subtitle 2">
            <a:extLst>
              <a:ext uri="{FF2B5EF4-FFF2-40B4-BE49-F238E27FC236}">
                <a16:creationId xmlns:a16="http://schemas.microsoft.com/office/drawing/2014/main" id="{5EA97C0A-3D02-0EB4-7D10-A861D5B991D8}"/>
              </a:ext>
            </a:extLst>
          </p:cNvPr>
          <p:cNvSpPr>
            <a:spLocks noGrp="1"/>
          </p:cNvSpPr>
          <p:nvPr>
            <p:ph type="subTitle" idx="1"/>
          </p:nvPr>
        </p:nvSpPr>
        <p:spPr>
          <a:xfrm>
            <a:off x="7666629" y="3162238"/>
            <a:ext cx="4025900" cy="1475177"/>
          </a:xfrm>
        </p:spPr>
        <p:txBody>
          <a:bodyPr>
            <a:normAutofit fontScale="92500"/>
          </a:bodyPr>
          <a:lstStyle/>
          <a:p>
            <a:r>
              <a:rPr lang="en-US" dirty="0"/>
              <a:t>High Risk Project </a:t>
            </a:r>
          </a:p>
          <a:p>
            <a:endParaRPr lang="en-US" dirty="0"/>
          </a:p>
          <a:p>
            <a:r>
              <a:rPr lang="en-US" dirty="0"/>
              <a:t>Phanikishore Cunchala</a:t>
            </a:r>
          </a:p>
        </p:txBody>
      </p:sp>
      <p:sp>
        <p:nvSpPr>
          <p:cNvPr id="5" name="Subtitle 2">
            <a:extLst>
              <a:ext uri="{FF2B5EF4-FFF2-40B4-BE49-F238E27FC236}">
                <a16:creationId xmlns:a16="http://schemas.microsoft.com/office/drawing/2014/main" id="{50E90C4F-6CB8-609A-0F57-5C8DC4AB42A1}"/>
              </a:ext>
            </a:extLst>
          </p:cNvPr>
          <p:cNvSpPr txBox="1">
            <a:spLocks/>
          </p:cNvSpPr>
          <p:nvPr/>
        </p:nvSpPr>
        <p:spPr>
          <a:xfrm>
            <a:off x="347558" y="3429000"/>
            <a:ext cx="6791533" cy="724748"/>
          </a:xfrm>
          <a:prstGeom prst="rect">
            <a:avLst/>
          </a:prstGeom>
        </p:spPr>
        <p:txBody>
          <a:bodyPr vert="horz" lIns="91440" tIns="45720" rIns="91440" bIns="45720" rtlCol="0" anchor="b">
            <a:normAutofit fontScale="77500" lnSpcReduction="20000"/>
          </a:bodyPr>
          <a:lstStyle>
            <a:lvl1pPr marL="0" indent="0" algn="l" defTabSz="914400" rtl="0" eaLnBrk="1" latinLnBrk="0" hangingPunct="1">
              <a:lnSpc>
                <a:spcPct val="100000"/>
              </a:lnSpc>
              <a:spcBef>
                <a:spcPts val="900"/>
              </a:spcBef>
              <a:buFont typeface="Arial" panose="020B0604020202020204" pitchFamily="34" charset="0"/>
              <a:buNone/>
              <a:defRPr sz="2000" b="0" i="0" kern="1200">
                <a:solidFill>
                  <a:schemeClr val="tx1"/>
                </a:solidFill>
                <a:latin typeface="+mn-lt"/>
                <a:ea typeface="+mn-ea"/>
                <a:cs typeface="+mn-cs"/>
              </a:defRPr>
            </a:lvl1pPr>
            <a:lvl2pPr marL="457200" indent="0" algn="ctr" defTabSz="914400" rtl="0" eaLnBrk="1" latinLnBrk="0" hangingPunct="1">
              <a:lnSpc>
                <a:spcPct val="100000"/>
              </a:lnSpc>
              <a:spcBef>
                <a:spcPts val="900"/>
              </a:spcBef>
              <a:buFont typeface="Arial" panose="020B0604020202020204" pitchFamily="34" charset="0"/>
              <a:buNone/>
              <a:defRPr sz="2000" b="0" i="0" kern="1200">
                <a:solidFill>
                  <a:schemeClr val="tx1"/>
                </a:solidFill>
                <a:latin typeface="+mn-lt"/>
                <a:ea typeface="+mn-ea"/>
                <a:cs typeface="+mn-cs"/>
              </a:defRPr>
            </a:lvl2pPr>
            <a:lvl3pPr marL="914400" indent="0" algn="ctr" defTabSz="914400" rtl="0" eaLnBrk="1" latinLnBrk="0" hangingPunct="1">
              <a:lnSpc>
                <a:spcPct val="100000"/>
              </a:lnSpc>
              <a:spcBef>
                <a:spcPts val="900"/>
              </a:spcBef>
              <a:buFont typeface="Arial" panose="020B0604020202020204" pitchFamily="34" charset="0"/>
              <a:buNone/>
              <a:defRPr sz="1800" b="0" i="0" kern="1200">
                <a:solidFill>
                  <a:schemeClr val="tx1"/>
                </a:solidFill>
                <a:latin typeface="+mn-lt"/>
                <a:ea typeface="+mn-ea"/>
                <a:cs typeface="+mn-cs"/>
              </a:defRPr>
            </a:lvl3pPr>
            <a:lvl4pPr marL="1371600" indent="0" algn="ctr" defTabSz="914400" rtl="0" eaLnBrk="1" latinLnBrk="0" hangingPunct="1">
              <a:lnSpc>
                <a:spcPct val="100000"/>
              </a:lnSpc>
              <a:spcBef>
                <a:spcPts val="900"/>
              </a:spcBef>
              <a:buFont typeface="Arial" panose="020B0604020202020204" pitchFamily="34" charset="0"/>
              <a:buNone/>
              <a:defRPr sz="1600" b="0" i="0" kern="1200">
                <a:solidFill>
                  <a:schemeClr val="tx1"/>
                </a:solidFill>
                <a:latin typeface="+mn-lt"/>
                <a:ea typeface="+mn-ea"/>
                <a:cs typeface="+mn-cs"/>
              </a:defRPr>
            </a:lvl4pPr>
            <a:lvl5pPr marL="1828800" indent="0" algn="ctr" defTabSz="914400" rtl="0" eaLnBrk="1" latinLnBrk="0" hangingPunct="1">
              <a:lnSpc>
                <a:spcPct val="100000"/>
              </a:lnSpc>
              <a:spcBef>
                <a:spcPts val="900"/>
              </a:spcBef>
              <a:buFont typeface="Arial" panose="020B0604020202020204" pitchFamily="34" charset="0"/>
              <a:buNone/>
              <a:defRPr sz="1600" b="0" i="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endParaRPr lang="en-US" sz="1600" dirty="0"/>
          </a:p>
          <a:p>
            <a:r>
              <a:rPr lang="en-US" dirty="0">
                <a:hlinkClick r:id="rId3"/>
              </a:rPr>
              <a:t>https://github.com/kishorecunchala/High_Risk_Project_Assignment</a:t>
            </a:r>
            <a:endParaRPr lang="en-US" dirty="0"/>
          </a:p>
          <a:p>
            <a:endParaRPr lang="en-US" dirty="0"/>
          </a:p>
        </p:txBody>
      </p:sp>
      <p:sp>
        <p:nvSpPr>
          <p:cNvPr id="6" name="TextBox 5">
            <a:extLst>
              <a:ext uri="{FF2B5EF4-FFF2-40B4-BE49-F238E27FC236}">
                <a16:creationId xmlns:a16="http://schemas.microsoft.com/office/drawing/2014/main" id="{07DE90E6-851D-5454-1B51-06ACF74D480E}"/>
              </a:ext>
            </a:extLst>
          </p:cNvPr>
          <p:cNvSpPr txBox="1"/>
          <p:nvPr/>
        </p:nvSpPr>
        <p:spPr>
          <a:xfrm>
            <a:off x="347558" y="5163780"/>
            <a:ext cx="10586552" cy="923330"/>
          </a:xfrm>
          <a:prstGeom prst="rect">
            <a:avLst/>
          </a:prstGeom>
          <a:noFill/>
        </p:spPr>
        <p:txBody>
          <a:bodyPr wrap="none" rtlCol="0">
            <a:spAutoFit/>
          </a:bodyPr>
          <a:lstStyle/>
          <a:p>
            <a:r>
              <a:rPr lang="en-US" dirty="0">
                <a:hlinkClick r:id="rId4"/>
              </a:rPr>
              <a:t>https://drive.google.com/drive/folders/1RZD0xXibDHFEMcNWTQrqSVq-1HxX87JL?usp=sharing</a:t>
            </a:r>
            <a:endParaRPr lang="en-US" dirty="0"/>
          </a:p>
          <a:p>
            <a:endParaRPr lang="en-US" dirty="0"/>
          </a:p>
          <a:p>
            <a:endParaRPr lang="en-US" dirty="0"/>
          </a:p>
        </p:txBody>
      </p:sp>
      <p:sp>
        <p:nvSpPr>
          <p:cNvPr id="7" name="TextBox 6">
            <a:extLst>
              <a:ext uri="{FF2B5EF4-FFF2-40B4-BE49-F238E27FC236}">
                <a16:creationId xmlns:a16="http://schemas.microsoft.com/office/drawing/2014/main" id="{FF6290F1-0A4A-9351-53BE-679B984E2677}"/>
              </a:ext>
            </a:extLst>
          </p:cNvPr>
          <p:cNvSpPr txBox="1"/>
          <p:nvPr/>
        </p:nvSpPr>
        <p:spPr>
          <a:xfrm>
            <a:off x="347558" y="4452749"/>
            <a:ext cx="3735318" cy="369332"/>
          </a:xfrm>
          <a:prstGeom prst="rect">
            <a:avLst/>
          </a:prstGeom>
          <a:noFill/>
        </p:spPr>
        <p:txBody>
          <a:bodyPr wrap="none" rtlCol="0">
            <a:spAutoFit/>
          </a:bodyPr>
          <a:lstStyle/>
          <a:p>
            <a:r>
              <a:rPr lang="en-US" dirty="0"/>
              <a:t>Data and Pre-Trained ML Model :</a:t>
            </a:r>
          </a:p>
        </p:txBody>
      </p:sp>
      <p:sp>
        <p:nvSpPr>
          <p:cNvPr id="8" name="TextBox 7">
            <a:extLst>
              <a:ext uri="{FF2B5EF4-FFF2-40B4-BE49-F238E27FC236}">
                <a16:creationId xmlns:a16="http://schemas.microsoft.com/office/drawing/2014/main" id="{0CE2FD86-3AB8-0247-1CD8-8C4C1F3323FB}"/>
              </a:ext>
            </a:extLst>
          </p:cNvPr>
          <p:cNvSpPr txBox="1"/>
          <p:nvPr/>
        </p:nvSpPr>
        <p:spPr>
          <a:xfrm>
            <a:off x="347558" y="2708029"/>
            <a:ext cx="3103735" cy="369332"/>
          </a:xfrm>
          <a:prstGeom prst="rect">
            <a:avLst/>
          </a:prstGeom>
          <a:noFill/>
        </p:spPr>
        <p:txBody>
          <a:bodyPr wrap="none" rtlCol="0">
            <a:spAutoFit/>
          </a:bodyPr>
          <a:lstStyle/>
          <a:p>
            <a:r>
              <a:rPr lang="en-US" dirty="0" err="1"/>
              <a:t>Github</a:t>
            </a:r>
            <a:r>
              <a:rPr lang="en-US" dirty="0"/>
              <a:t> Repository Details :</a:t>
            </a:r>
          </a:p>
        </p:txBody>
      </p:sp>
    </p:spTree>
    <p:extLst>
      <p:ext uri="{BB962C8B-B14F-4D97-AF65-F5344CB8AC3E}">
        <p14:creationId xmlns:p14="http://schemas.microsoft.com/office/powerpoint/2010/main" val="189990772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12" name="Rectangle 11">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070" y="1780058"/>
            <a:ext cx="3781618" cy="289914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C1EADBD-A484-A4FA-B1E5-78C57F3F5A80}"/>
              </a:ext>
            </a:extLst>
          </p:cNvPr>
          <p:cNvSpPr txBox="1"/>
          <p:nvPr/>
        </p:nvSpPr>
        <p:spPr>
          <a:xfrm>
            <a:off x="252306" y="1903555"/>
            <a:ext cx="6766804" cy="3939540"/>
          </a:xfrm>
          <a:prstGeom prst="rect">
            <a:avLst/>
          </a:prstGeom>
          <a:noFill/>
        </p:spPr>
        <p:txBody>
          <a:bodyPr wrap="square" rtlCol="0">
            <a:spAutoFit/>
          </a:bodyPr>
          <a:lstStyle/>
          <a:p>
            <a:pPr marL="400050" indent="-400050">
              <a:spcAft>
                <a:spcPts val="600"/>
              </a:spcAft>
              <a:buFont typeface="Arial" panose="020B0604020202020204" pitchFamily="34" charset="0"/>
              <a:buChar char="•"/>
            </a:pPr>
            <a:r>
              <a:rPr lang="en-US" sz="1400" b="1" dirty="0"/>
              <a:t>Environment Setup</a:t>
            </a:r>
          </a:p>
          <a:p>
            <a:pPr marL="400050" indent="-400050">
              <a:spcAft>
                <a:spcPts val="600"/>
              </a:spcAft>
              <a:buFont typeface="Arial" panose="020B0604020202020204" pitchFamily="34" charset="0"/>
              <a:buChar char="•"/>
            </a:pPr>
            <a:r>
              <a:rPr lang="en-US" sz="1400" b="1" dirty="0"/>
              <a:t>Methodology</a:t>
            </a:r>
          </a:p>
          <a:p>
            <a:pPr marL="400050" indent="-400050">
              <a:spcAft>
                <a:spcPts val="600"/>
              </a:spcAft>
              <a:buFont typeface="Arial" panose="020B0604020202020204" pitchFamily="34" charset="0"/>
              <a:buChar char="•"/>
            </a:pPr>
            <a:r>
              <a:rPr lang="en-US" sz="1400" b="1" dirty="0"/>
              <a:t>Data Generation and csv file creation by  leveraging tables from MIMIC III Dataset</a:t>
            </a:r>
          </a:p>
          <a:p>
            <a:pPr marL="400050" indent="-400050">
              <a:spcAft>
                <a:spcPts val="600"/>
              </a:spcAft>
              <a:buFont typeface="Arial" panose="020B0604020202020204" pitchFamily="34" charset="0"/>
              <a:buChar char="•"/>
            </a:pPr>
            <a:r>
              <a:rPr lang="en-US" sz="1400" b="1" dirty="0"/>
              <a:t>Mortality and Survival Analysis Model creation, Hyper Tuning and Feature Engineering</a:t>
            </a:r>
          </a:p>
          <a:p>
            <a:pPr marL="400050" indent="-400050">
              <a:spcAft>
                <a:spcPts val="600"/>
              </a:spcAft>
              <a:buFont typeface="Arial" panose="020B0604020202020204" pitchFamily="34" charset="0"/>
              <a:buChar char="•"/>
            </a:pPr>
            <a:r>
              <a:rPr lang="en-US" sz="1400" b="1" dirty="0"/>
              <a:t>Medication Prediction Model creation and Feature Engineering</a:t>
            </a:r>
          </a:p>
          <a:p>
            <a:pPr marL="400050" indent="-400050">
              <a:spcAft>
                <a:spcPts val="600"/>
              </a:spcAft>
              <a:buFont typeface="Arial" panose="020B0604020202020204" pitchFamily="34" charset="0"/>
              <a:buChar char="•"/>
            </a:pPr>
            <a:r>
              <a:rPr lang="en-US" sz="1400" b="1" dirty="0"/>
              <a:t>ICU Chat Agent Implementation to leverage the Datasets and </a:t>
            </a:r>
          </a:p>
          <a:p>
            <a:pPr>
              <a:spcAft>
                <a:spcPts val="600"/>
              </a:spcAft>
            </a:pPr>
            <a:r>
              <a:rPr lang="en-US" sz="1400" b="1" dirty="0"/>
              <a:t>        pre-trained ML models developed in previous steps</a:t>
            </a:r>
          </a:p>
          <a:p>
            <a:pPr marL="400050" indent="-400050">
              <a:spcAft>
                <a:spcPts val="600"/>
              </a:spcAft>
              <a:buFont typeface="Arial" panose="020B0604020202020204" pitchFamily="34" charset="0"/>
              <a:buChar char="•"/>
            </a:pPr>
            <a:r>
              <a:rPr lang="en-US" sz="1400" b="1" dirty="0"/>
              <a:t>Results</a:t>
            </a:r>
          </a:p>
          <a:p>
            <a:pPr marL="400050" indent="-400050">
              <a:spcAft>
                <a:spcPts val="600"/>
              </a:spcAft>
              <a:buFont typeface="Arial" panose="020B0604020202020204" pitchFamily="34" charset="0"/>
              <a:buChar char="•"/>
            </a:pPr>
            <a:r>
              <a:rPr lang="en-US" sz="1400" b="1" dirty="0"/>
              <a:t>Conclusion</a:t>
            </a:r>
          </a:p>
          <a:p>
            <a:pPr marL="400050" indent="-400050">
              <a:spcAft>
                <a:spcPts val="600"/>
              </a:spcAft>
              <a:buFont typeface="Arial" panose="020B0604020202020204" pitchFamily="34" charset="0"/>
              <a:buChar char="•"/>
            </a:pPr>
            <a:endParaRPr lang="en-US" sz="1400" b="1" dirty="0"/>
          </a:p>
          <a:p>
            <a:endParaRPr lang="en-US" sz="1400" dirty="0"/>
          </a:p>
          <a:p>
            <a:pPr>
              <a:spcAft>
                <a:spcPts val="600"/>
              </a:spcAft>
            </a:pPr>
            <a:endParaRPr lang="en-US" dirty="0"/>
          </a:p>
        </p:txBody>
      </p:sp>
      <p:graphicFrame>
        <p:nvGraphicFramePr>
          <p:cNvPr id="7" name="TextBox 1">
            <a:extLst>
              <a:ext uri="{FF2B5EF4-FFF2-40B4-BE49-F238E27FC236}">
                <a16:creationId xmlns:a16="http://schemas.microsoft.com/office/drawing/2014/main" id="{E5883FC4-A1AC-8420-A4BE-E1114D658A15}"/>
              </a:ext>
            </a:extLst>
          </p:cNvPr>
          <p:cNvGraphicFramePr/>
          <p:nvPr>
            <p:extLst>
              <p:ext uri="{D42A27DB-BD31-4B8C-83A1-F6EECF244321}">
                <p14:modId xmlns:p14="http://schemas.microsoft.com/office/powerpoint/2010/main" val="95445672"/>
              </p:ext>
            </p:extLst>
          </p:nvPr>
        </p:nvGraphicFramePr>
        <p:xfrm>
          <a:off x="7019110" y="975359"/>
          <a:ext cx="4861317" cy="44541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83745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797737-FFDE-ADF3-4ECE-A77F7EF759B0}"/>
              </a:ext>
            </a:extLst>
          </p:cNvPr>
          <p:cNvSpPr>
            <a:spLocks noGrp="1"/>
          </p:cNvSpPr>
          <p:nvPr>
            <p:ph type="title"/>
          </p:nvPr>
        </p:nvSpPr>
        <p:spPr>
          <a:xfrm>
            <a:off x="565151" y="764973"/>
            <a:ext cx="3609982" cy="602273"/>
          </a:xfrm>
        </p:spPr>
        <p:txBody>
          <a:bodyPr>
            <a:normAutofit/>
          </a:bodyPr>
          <a:lstStyle/>
          <a:p>
            <a:r>
              <a:rPr lang="en-US" sz="2400" b="1" dirty="0"/>
              <a:t>Environment Setup</a:t>
            </a:r>
          </a:p>
        </p:txBody>
      </p:sp>
      <p:sp>
        <p:nvSpPr>
          <p:cNvPr id="7" name="Text Placeholder 6">
            <a:extLst>
              <a:ext uri="{FF2B5EF4-FFF2-40B4-BE49-F238E27FC236}">
                <a16:creationId xmlns:a16="http://schemas.microsoft.com/office/drawing/2014/main" id="{74666047-6D3E-F4C3-044A-47C527E4409D}"/>
              </a:ext>
            </a:extLst>
          </p:cNvPr>
          <p:cNvSpPr>
            <a:spLocks noGrp="1"/>
          </p:cNvSpPr>
          <p:nvPr>
            <p:ph type="body" sz="half" idx="2"/>
          </p:nvPr>
        </p:nvSpPr>
        <p:spPr>
          <a:xfrm>
            <a:off x="565151" y="1862488"/>
            <a:ext cx="4108450" cy="3708972"/>
          </a:xfrm>
        </p:spPr>
        <p:txBody>
          <a:bodyPr>
            <a:normAutofit lnSpcReduction="10000"/>
          </a:bodyPr>
          <a:lstStyle/>
          <a:p>
            <a:pPr marL="285750" indent="-285750">
              <a:buFont typeface="Arial" panose="020B0604020202020204" pitchFamily="34" charset="0"/>
              <a:buChar char="•"/>
            </a:pPr>
            <a:r>
              <a:rPr lang="en-US" dirty="0"/>
              <a:t>Access to MIMIC III Dataset</a:t>
            </a:r>
          </a:p>
          <a:p>
            <a:pPr marL="285750" indent="-285750">
              <a:buFont typeface="Arial" panose="020B0604020202020204" pitchFamily="34" charset="0"/>
              <a:buChar char="•"/>
            </a:pPr>
            <a:r>
              <a:rPr lang="en-US" dirty="0"/>
              <a:t>Access to Big Query to execute queries to fetch required data</a:t>
            </a:r>
          </a:p>
          <a:p>
            <a:pPr marL="285750" indent="-285750">
              <a:buFont typeface="Arial" panose="020B0604020202020204" pitchFamily="34" charset="0"/>
              <a:buChar char="•"/>
            </a:pPr>
            <a:r>
              <a:rPr lang="en-US" dirty="0"/>
              <a:t>Access to Google Cloud Console for Project Key for </a:t>
            </a:r>
            <a:r>
              <a:rPr lang="en-US" dirty="0" err="1"/>
              <a:t>BigQuery</a:t>
            </a:r>
            <a:r>
              <a:rPr lang="en-US" dirty="0"/>
              <a:t> Client</a:t>
            </a:r>
          </a:p>
          <a:p>
            <a:pPr marL="285750" indent="-285750">
              <a:buFont typeface="Arial" panose="020B0604020202020204" pitchFamily="34" charset="0"/>
              <a:buChar char="•"/>
            </a:pPr>
            <a:r>
              <a:rPr lang="en-US" dirty="0"/>
              <a:t>Access to Google </a:t>
            </a:r>
            <a:r>
              <a:rPr lang="en-US" dirty="0" err="1"/>
              <a:t>Colab</a:t>
            </a:r>
            <a:r>
              <a:rPr lang="en-US" dirty="0"/>
              <a:t> environment to execute code </a:t>
            </a:r>
          </a:p>
          <a:p>
            <a:pPr marL="285750" indent="-285750">
              <a:buFont typeface="Arial" panose="020B0604020202020204" pitchFamily="34" charset="0"/>
              <a:buChar char="•"/>
            </a:pPr>
            <a:r>
              <a:rPr lang="en-US" dirty="0"/>
              <a:t>High RAM  hosted environment in </a:t>
            </a:r>
            <a:r>
              <a:rPr lang="en-US" dirty="0" err="1"/>
              <a:t>Colab</a:t>
            </a:r>
            <a:endParaRPr lang="en-US" dirty="0"/>
          </a:p>
          <a:p>
            <a:pPr marL="285750" indent="-285750">
              <a:buFont typeface="Arial" panose="020B0604020202020204" pitchFamily="34" charset="0"/>
              <a:buChar char="•"/>
            </a:pPr>
            <a:r>
              <a:rPr lang="en-US" dirty="0"/>
              <a:t>Access to Google Drive to store Data and Model files</a:t>
            </a:r>
          </a:p>
          <a:p>
            <a:pPr marL="285750" indent="-285750">
              <a:buFont typeface="Arial" panose="020B0604020202020204" pitchFamily="34" charset="0"/>
              <a:buChar char="•"/>
            </a:pPr>
            <a:r>
              <a:rPr lang="en-US" dirty="0"/>
              <a:t>Open AI API Key for chat Agent functions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9196287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625586-4B34-C5F6-6EC3-48253621FA9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95232B9-35D1-8E17-B211-0956D2A275D4}"/>
              </a:ext>
            </a:extLst>
          </p:cNvPr>
          <p:cNvSpPr>
            <a:spLocks noGrp="1"/>
          </p:cNvSpPr>
          <p:nvPr>
            <p:ph type="title"/>
          </p:nvPr>
        </p:nvSpPr>
        <p:spPr>
          <a:xfrm>
            <a:off x="399686" y="764972"/>
            <a:ext cx="4567237" cy="436810"/>
          </a:xfrm>
        </p:spPr>
        <p:txBody>
          <a:bodyPr>
            <a:normAutofit/>
          </a:bodyPr>
          <a:lstStyle/>
          <a:p>
            <a:r>
              <a:rPr lang="en-US" sz="2400" b="1" dirty="0"/>
              <a:t>Methodology</a:t>
            </a:r>
          </a:p>
        </p:txBody>
      </p:sp>
      <p:sp>
        <p:nvSpPr>
          <p:cNvPr id="4" name="Text Placeholder 6">
            <a:extLst>
              <a:ext uri="{FF2B5EF4-FFF2-40B4-BE49-F238E27FC236}">
                <a16:creationId xmlns:a16="http://schemas.microsoft.com/office/drawing/2014/main" id="{2F69963A-E3A7-29F8-782C-3B2583EE38B1}"/>
              </a:ext>
            </a:extLst>
          </p:cNvPr>
          <p:cNvSpPr>
            <a:spLocks noGrp="1"/>
          </p:cNvSpPr>
          <p:nvPr>
            <p:ph type="body" sz="half" idx="2"/>
          </p:nvPr>
        </p:nvSpPr>
        <p:spPr>
          <a:xfrm>
            <a:off x="399686" y="1375700"/>
            <a:ext cx="4489449" cy="4850928"/>
          </a:xfrm>
        </p:spPr>
        <p:txBody>
          <a:bodyPr>
            <a:normAutofit fontScale="85000" lnSpcReduction="20000"/>
          </a:bodyPr>
          <a:lstStyle/>
          <a:p>
            <a:pPr marL="285750" indent="-285750">
              <a:buFont typeface="Arial" panose="020B0604020202020204" pitchFamily="34" charset="0"/>
              <a:buChar char="•"/>
            </a:pPr>
            <a:r>
              <a:rPr lang="en-US" dirty="0"/>
              <a:t>Identify MIMIC III tables </a:t>
            </a:r>
            <a:r>
              <a:rPr lang="en-US" dirty="0" err="1"/>
              <a:t>diagnoses_icd</a:t>
            </a:r>
            <a:r>
              <a:rPr lang="en-US" dirty="0"/>
              <a:t>, </a:t>
            </a:r>
            <a:r>
              <a:rPr lang="en-US" dirty="0" err="1"/>
              <a:t>icustays</a:t>
            </a:r>
            <a:r>
              <a:rPr lang="en-US" dirty="0"/>
              <a:t>, patients, admissions, </a:t>
            </a:r>
            <a:r>
              <a:rPr lang="en-US" dirty="0" err="1"/>
              <a:t>chartevents</a:t>
            </a:r>
            <a:r>
              <a:rPr lang="en-US" dirty="0"/>
              <a:t>, </a:t>
            </a:r>
            <a:r>
              <a:rPr lang="en-US" dirty="0" err="1"/>
              <a:t>labevents</a:t>
            </a:r>
            <a:r>
              <a:rPr lang="en-US" dirty="0"/>
              <a:t>, prescriptions to identify data needed</a:t>
            </a:r>
          </a:p>
          <a:p>
            <a:pPr marL="285750" indent="-285750">
              <a:buFont typeface="Arial" panose="020B0604020202020204" pitchFamily="34" charset="0"/>
              <a:buChar char="•"/>
            </a:pPr>
            <a:r>
              <a:rPr lang="en-US" dirty="0"/>
              <a:t>2 sets of data are prepared in csv format</a:t>
            </a:r>
          </a:p>
          <a:p>
            <a:pPr marL="800100" lvl="1" indent="-342900">
              <a:buFont typeface="+mj-lt"/>
              <a:buAutoNum type="alphaLcPeriod"/>
            </a:pPr>
            <a:r>
              <a:rPr lang="en-US" dirty="0"/>
              <a:t>Female Patients admitted to ICU diagnosed with Blood disease</a:t>
            </a:r>
          </a:p>
          <a:p>
            <a:pPr marL="800100" lvl="1" indent="-342900">
              <a:buFont typeface="+mj-lt"/>
              <a:buAutoNum type="alphaLcPeriod"/>
            </a:pPr>
            <a:r>
              <a:rPr lang="en-US" dirty="0"/>
              <a:t>Female Patients admitted to ICU diagnosed with Blood disease with prescribed medications</a:t>
            </a:r>
          </a:p>
          <a:p>
            <a:pPr marL="285750" indent="-285750">
              <a:buFont typeface="Arial" panose="020B0604020202020204" pitchFamily="34" charset="0"/>
              <a:buChar char="•"/>
            </a:pPr>
            <a:r>
              <a:rPr lang="en-US" dirty="0"/>
              <a:t>Binary Classifier models to identify mortality rate</a:t>
            </a:r>
          </a:p>
          <a:p>
            <a:pPr marL="285750" indent="-285750">
              <a:buFont typeface="Arial" panose="020B0604020202020204" pitchFamily="34" charset="0"/>
              <a:buChar char="•"/>
            </a:pPr>
            <a:r>
              <a:rPr lang="en-US" dirty="0"/>
              <a:t>Cox Proportional Hazard Model and RSF model with Hyper tuning used for Mortality and Survival Analysis Model</a:t>
            </a:r>
          </a:p>
          <a:p>
            <a:pPr marL="285750" indent="-285750">
              <a:buFont typeface="Arial" panose="020B0604020202020204" pitchFamily="34" charset="0"/>
              <a:buChar char="•"/>
            </a:pPr>
            <a:r>
              <a:rPr lang="en-US" dirty="0"/>
              <a:t>Random Forest Classifier Model used to predict medications</a:t>
            </a:r>
          </a:p>
          <a:p>
            <a:pPr marL="285750" indent="-285750">
              <a:buFont typeface="Arial" panose="020B0604020202020204" pitchFamily="34" charset="0"/>
              <a:buChar char="•"/>
            </a:pPr>
            <a:r>
              <a:rPr lang="en-US" dirty="0"/>
              <a:t>Saved the prepared datasets and pre-trained models to Google drive </a:t>
            </a:r>
          </a:p>
          <a:p>
            <a:pPr marL="285750" indent="-285750">
              <a:buFont typeface="Arial" panose="020B0604020202020204" pitchFamily="34" charset="0"/>
              <a:buChar char="•"/>
            </a:pPr>
            <a:r>
              <a:rPr lang="en-US" dirty="0"/>
              <a:t>Leverage Open AI API for chat Agent custom functions and chatbot Q&amp;A Interface</a:t>
            </a:r>
          </a:p>
          <a:p>
            <a:pPr marL="285750" indent="-285750">
              <a:buFont typeface="Arial" panose="020B0604020202020204" pitchFamily="34" charset="0"/>
              <a:buChar char="•"/>
            </a:pPr>
            <a:r>
              <a:rPr lang="en-US" dirty="0"/>
              <a:t>Examine and Test the output</a:t>
            </a:r>
          </a:p>
          <a:p>
            <a:pPr marL="285750" indent="-285750">
              <a:buFont typeface="Arial" panose="020B0604020202020204" pitchFamily="34" charset="0"/>
              <a:buChar char="•"/>
            </a:pPr>
            <a:endParaRPr lang="en-US" dirty="0"/>
          </a:p>
        </p:txBody>
      </p:sp>
      <p:pic>
        <p:nvPicPr>
          <p:cNvPr id="11" name="Content Placeholder 10">
            <a:extLst>
              <a:ext uri="{FF2B5EF4-FFF2-40B4-BE49-F238E27FC236}">
                <a16:creationId xmlns:a16="http://schemas.microsoft.com/office/drawing/2014/main" id="{E8397083-1A61-E18E-C779-FACCC104141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460274" y="914144"/>
            <a:ext cx="6435635" cy="4850929"/>
          </a:xfrm>
          <a:prstGeom prst="rect">
            <a:avLst/>
          </a:prstGeom>
        </p:spPr>
      </p:pic>
    </p:spTree>
    <p:extLst>
      <p:ext uri="{BB962C8B-B14F-4D97-AF65-F5344CB8AC3E}">
        <p14:creationId xmlns:p14="http://schemas.microsoft.com/office/powerpoint/2010/main" val="348620129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D18D29-F6C3-6184-3562-4BE94D57D6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096CA9-2F04-48B4-7203-50ED516D49A7}"/>
              </a:ext>
            </a:extLst>
          </p:cNvPr>
          <p:cNvSpPr>
            <a:spLocks noGrp="1"/>
          </p:cNvSpPr>
          <p:nvPr>
            <p:ph type="title"/>
          </p:nvPr>
        </p:nvSpPr>
        <p:spPr>
          <a:xfrm>
            <a:off x="565151" y="366119"/>
            <a:ext cx="3609982" cy="809541"/>
          </a:xfrm>
        </p:spPr>
        <p:txBody>
          <a:bodyPr>
            <a:normAutofit/>
          </a:bodyPr>
          <a:lstStyle/>
          <a:p>
            <a:r>
              <a:rPr lang="en-US" sz="2400" dirty="0"/>
              <a:t>Data Generation and csv File Creation</a:t>
            </a:r>
          </a:p>
        </p:txBody>
      </p:sp>
      <p:pic>
        <p:nvPicPr>
          <p:cNvPr id="6" name="Content Placeholder 5">
            <a:extLst>
              <a:ext uri="{FF2B5EF4-FFF2-40B4-BE49-F238E27FC236}">
                <a16:creationId xmlns:a16="http://schemas.microsoft.com/office/drawing/2014/main" id="{E0BD0D88-3FD9-9F1E-51D5-F742AFAC45BA}"/>
              </a:ext>
            </a:extLst>
          </p:cNvPr>
          <p:cNvPicPr>
            <a:picLocks noGrp="1" noChangeAspect="1"/>
          </p:cNvPicPr>
          <p:nvPr>
            <p:ph idx="1"/>
          </p:nvPr>
        </p:nvPicPr>
        <p:blipFill>
          <a:blip r:embed="rId4"/>
          <a:stretch>
            <a:fillRect/>
          </a:stretch>
        </p:blipFill>
        <p:spPr>
          <a:xfrm>
            <a:off x="6394351" y="366119"/>
            <a:ext cx="5232498" cy="2509162"/>
          </a:xfrm>
          <a:prstGeom prst="rect">
            <a:avLst/>
          </a:prstGeom>
        </p:spPr>
      </p:pic>
      <p:sp>
        <p:nvSpPr>
          <p:cNvPr id="7" name="Text Placeholder 6">
            <a:extLst>
              <a:ext uri="{FF2B5EF4-FFF2-40B4-BE49-F238E27FC236}">
                <a16:creationId xmlns:a16="http://schemas.microsoft.com/office/drawing/2014/main" id="{D1229A64-0DF0-5357-41C5-CB7093BB0F91}"/>
              </a:ext>
            </a:extLst>
          </p:cNvPr>
          <p:cNvSpPr>
            <a:spLocks noGrp="1"/>
          </p:cNvSpPr>
          <p:nvPr>
            <p:ph type="body" sz="half" idx="2"/>
          </p:nvPr>
        </p:nvSpPr>
        <p:spPr>
          <a:xfrm>
            <a:off x="565151" y="1860751"/>
            <a:ext cx="4984981" cy="3708972"/>
          </a:xfrm>
        </p:spPr>
        <p:txBody>
          <a:bodyPr>
            <a:normAutofit fontScale="92500"/>
          </a:bodyPr>
          <a:lstStyle/>
          <a:p>
            <a:pPr marL="285750" indent="-285750">
              <a:buFont typeface="Arial" panose="020B0604020202020204" pitchFamily="34" charset="0"/>
              <a:buChar char="•"/>
            </a:pPr>
            <a:r>
              <a:rPr lang="en-US" sz="1400" dirty="0"/>
              <a:t>Female Patients Cohort that have been diagnosed with Blood diseases ( ICD – 9 Codes 280 – 289) and admitted to ICU</a:t>
            </a:r>
          </a:p>
          <a:p>
            <a:pPr marL="285750" indent="-285750">
              <a:buFont typeface="Arial" panose="020B0604020202020204" pitchFamily="34" charset="0"/>
              <a:buChar char="•"/>
            </a:pPr>
            <a:r>
              <a:rPr lang="en-US" sz="1400" dirty="0"/>
              <a:t>Code File: </a:t>
            </a:r>
            <a:r>
              <a:rPr lang="en-US" sz="1400" dirty="0" err="1"/>
              <a:t>Mimiciii_female_blood_disease_Cohort.ipynb</a:t>
            </a:r>
            <a:endParaRPr lang="en-US" sz="1200" dirty="0"/>
          </a:p>
          <a:p>
            <a:pPr marL="285750" indent="-285750">
              <a:buFont typeface="Arial" panose="020B0604020202020204" pitchFamily="34" charset="0"/>
              <a:buChar char="•"/>
            </a:pPr>
            <a:r>
              <a:rPr lang="en-US" dirty="0"/>
              <a:t>Tables : </a:t>
            </a:r>
            <a:r>
              <a:rPr lang="en-US" dirty="0" err="1"/>
              <a:t>diagnoses_icd</a:t>
            </a:r>
            <a:r>
              <a:rPr lang="en-US" dirty="0"/>
              <a:t>, </a:t>
            </a:r>
            <a:r>
              <a:rPr lang="en-US" dirty="0" err="1"/>
              <a:t>icustays</a:t>
            </a:r>
            <a:r>
              <a:rPr lang="en-US" dirty="0"/>
              <a:t>, patients, admissions, </a:t>
            </a:r>
            <a:r>
              <a:rPr lang="en-US" dirty="0" err="1"/>
              <a:t>chartevents</a:t>
            </a:r>
            <a:r>
              <a:rPr lang="en-US" dirty="0"/>
              <a:t>, </a:t>
            </a:r>
            <a:r>
              <a:rPr lang="en-US" dirty="0" err="1"/>
              <a:t>labevents</a:t>
            </a:r>
            <a:endParaRPr lang="en-US" dirty="0"/>
          </a:p>
          <a:p>
            <a:pPr marL="285750" indent="-285750">
              <a:buFont typeface="Arial" panose="020B0604020202020204" pitchFamily="34" charset="0"/>
              <a:buChar char="•"/>
            </a:pPr>
            <a:r>
              <a:rPr lang="en-US" dirty="0"/>
              <a:t>Install the required libraries, </a:t>
            </a:r>
            <a:r>
              <a:rPr lang="en-US" dirty="0" err="1"/>
              <a:t>BigQuery</a:t>
            </a:r>
            <a:r>
              <a:rPr lang="en-US" dirty="0"/>
              <a:t> Client, execute the query.</a:t>
            </a:r>
          </a:p>
          <a:p>
            <a:pPr marL="285750" indent="-285750">
              <a:buFont typeface="Arial" panose="020B0604020202020204" pitchFamily="34" charset="0"/>
              <a:buChar char="•"/>
            </a:pPr>
            <a:r>
              <a:rPr lang="en-US" dirty="0"/>
              <a:t>Gather various patient features like Heart rate mean, min, max, lab results for Hemoglobin, Hematocrit and glucose</a:t>
            </a:r>
          </a:p>
          <a:p>
            <a:pPr marL="285750" indent="-285750">
              <a:buFont typeface="Arial" panose="020B0604020202020204" pitchFamily="34" charset="0"/>
              <a:buChar char="•"/>
            </a:pPr>
            <a:r>
              <a:rPr lang="en-US" dirty="0"/>
              <a:t>Save output in csv format for later use</a:t>
            </a:r>
          </a:p>
          <a:p>
            <a:pPr marL="285750" indent="-285750">
              <a:buFont typeface="Arial" panose="020B0604020202020204" pitchFamily="34" charset="0"/>
              <a:buChar char="•"/>
            </a:pPr>
            <a:r>
              <a:rPr lang="en-US" dirty="0"/>
              <a:t>Code snippets in the window</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0" name="Picture 9">
            <a:extLst>
              <a:ext uri="{FF2B5EF4-FFF2-40B4-BE49-F238E27FC236}">
                <a16:creationId xmlns:a16="http://schemas.microsoft.com/office/drawing/2014/main" id="{06B9A511-A41D-4BA0-EDCC-7A0EA5D4DC19}"/>
              </a:ext>
            </a:extLst>
          </p:cNvPr>
          <p:cNvPicPr>
            <a:picLocks noChangeAspect="1"/>
          </p:cNvPicPr>
          <p:nvPr/>
        </p:nvPicPr>
        <p:blipFill>
          <a:blip r:embed="rId5"/>
          <a:stretch>
            <a:fillRect/>
          </a:stretch>
        </p:blipFill>
        <p:spPr>
          <a:xfrm>
            <a:off x="6394351" y="3060562"/>
            <a:ext cx="5232498" cy="2509162"/>
          </a:xfrm>
          <a:prstGeom prst="rect">
            <a:avLst/>
          </a:prstGeom>
        </p:spPr>
      </p:pic>
    </p:spTree>
    <p:extLst>
      <p:ext uri="{BB962C8B-B14F-4D97-AF65-F5344CB8AC3E}">
        <p14:creationId xmlns:p14="http://schemas.microsoft.com/office/powerpoint/2010/main" val="146565952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FC6E50-FD1C-C608-AE0C-5037A857E7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B175C4-B516-515A-8A40-C9F0A0D3E54C}"/>
              </a:ext>
            </a:extLst>
          </p:cNvPr>
          <p:cNvSpPr>
            <a:spLocks noGrp="1"/>
          </p:cNvSpPr>
          <p:nvPr>
            <p:ph type="title"/>
          </p:nvPr>
        </p:nvSpPr>
        <p:spPr>
          <a:xfrm>
            <a:off x="565151" y="366119"/>
            <a:ext cx="3609982" cy="809541"/>
          </a:xfrm>
        </p:spPr>
        <p:txBody>
          <a:bodyPr>
            <a:normAutofit/>
          </a:bodyPr>
          <a:lstStyle/>
          <a:p>
            <a:r>
              <a:rPr lang="en-US" sz="2400" dirty="0"/>
              <a:t>Data Generation and csv File Creation</a:t>
            </a:r>
          </a:p>
        </p:txBody>
      </p:sp>
      <p:sp>
        <p:nvSpPr>
          <p:cNvPr id="7" name="Text Placeholder 6">
            <a:extLst>
              <a:ext uri="{FF2B5EF4-FFF2-40B4-BE49-F238E27FC236}">
                <a16:creationId xmlns:a16="http://schemas.microsoft.com/office/drawing/2014/main" id="{C0ED22C9-5A68-16F7-9368-23D4484290C3}"/>
              </a:ext>
            </a:extLst>
          </p:cNvPr>
          <p:cNvSpPr>
            <a:spLocks noGrp="1"/>
          </p:cNvSpPr>
          <p:nvPr>
            <p:ph type="body" sz="half" idx="2"/>
          </p:nvPr>
        </p:nvSpPr>
        <p:spPr>
          <a:xfrm>
            <a:off x="565151" y="1860751"/>
            <a:ext cx="4984981" cy="4061078"/>
          </a:xfrm>
        </p:spPr>
        <p:txBody>
          <a:bodyPr>
            <a:normAutofit lnSpcReduction="10000"/>
          </a:bodyPr>
          <a:lstStyle/>
          <a:p>
            <a:pPr marL="285750" indent="-285750">
              <a:buFont typeface="Arial" panose="020B0604020202020204" pitchFamily="34" charset="0"/>
              <a:buChar char="•"/>
            </a:pPr>
            <a:r>
              <a:rPr lang="en-US" sz="1400" dirty="0"/>
              <a:t>Female Patients Cohort that have been diagnosed with Blood diseases ( ICD – 9 Codes 280 – 289) and admitted to ICU that have been suggested medications.</a:t>
            </a:r>
          </a:p>
          <a:p>
            <a:pPr marL="285750" indent="-285750">
              <a:buFont typeface="Arial" panose="020B0604020202020204" pitchFamily="34" charset="0"/>
              <a:buChar char="•"/>
            </a:pPr>
            <a:r>
              <a:rPr lang="en-US" sz="1400" dirty="0"/>
              <a:t>Code File: </a:t>
            </a:r>
            <a:r>
              <a:rPr lang="en-US" sz="1400" dirty="0" err="1"/>
              <a:t>Mimiciii_female_blood_disease_with_meds_cohort.ipynb</a:t>
            </a:r>
            <a:endParaRPr lang="en-US" sz="1400" dirty="0"/>
          </a:p>
          <a:p>
            <a:pPr marL="285750" indent="-285750">
              <a:buFont typeface="Arial" panose="020B0604020202020204" pitchFamily="34" charset="0"/>
              <a:buChar char="•"/>
            </a:pPr>
            <a:r>
              <a:rPr lang="en-US" dirty="0"/>
              <a:t>Tables : </a:t>
            </a:r>
            <a:r>
              <a:rPr lang="en-US" dirty="0" err="1"/>
              <a:t>diagnoses_icd</a:t>
            </a:r>
            <a:r>
              <a:rPr lang="en-US" dirty="0"/>
              <a:t>, </a:t>
            </a:r>
            <a:r>
              <a:rPr lang="en-US" dirty="0" err="1"/>
              <a:t>icustays</a:t>
            </a:r>
            <a:r>
              <a:rPr lang="en-US" dirty="0"/>
              <a:t>, patients, admissions, prescriptions</a:t>
            </a:r>
          </a:p>
          <a:p>
            <a:pPr marL="285750" indent="-285750">
              <a:buFont typeface="Arial" panose="020B0604020202020204" pitchFamily="34" charset="0"/>
              <a:buChar char="•"/>
            </a:pPr>
            <a:r>
              <a:rPr lang="en-US" dirty="0"/>
              <a:t>Install the required libraries, </a:t>
            </a:r>
            <a:r>
              <a:rPr lang="en-US" dirty="0" err="1"/>
              <a:t>BigQuery</a:t>
            </a:r>
            <a:r>
              <a:rPr lang="en-US" dirty="0"/>
              <a:t> Client, execute the query.</a:t>
            </a:r>
          </a:p>
          <a:p>
            <a:pPr marL="285750" indent="-285750">
              <a:buFont typeface="Arial" panose="020B0604020202020204" pitchFamily="34" charset="0"/>
              <a:buChar char="•"/>
            </a:pPr>
            <a:r>
              <a:rPr lang="en-US" dirty="0"/>
              <a:t>Gather various patient medications and include both survivors and non-</a:t>
            </a:r>
            <a:r>
              <a:rPr lang="en-US" dirty="0" err="1"/>
              <a:t>surviviors</a:t>
            </a:r>
            <a:r>
              <a:rPr lang="en-US" dirty="0"/>
              <a:t>.</a:t>
            </a:r>
          </a:p>
          <a:p>
            <a:pPr marL="285750" indent="-285750">
              <a:buFont typeface="Arial" panose="020B0604020202020204" pitchFamily="34" charset="0"/>
              <a:buChar char="•"/>
            </a:pPr>
            <a:r>
              <a:rPr lang="en-US" dirty="0"/>
              <a:t>Save output in csv format for later use</a:t>
            </a:r>
          </a:p>
          <a:p>
            <a:pPr marL="285750" indent="-285750">
              <a:buFont typeface="Arial" panose="020B0604020202020204" pitchFamily="34" charset="0"/>
              <a:buChar char="•"/>
            </a:pPr>
            <a:r>
              <a:rPr lang="en-US" dirty="0"/>
              <a:t>Code snippets in the window</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2" name="Content Placeholder 11">
            <a:extLst>
              <a:ext uri="{FF2B5EF4-FFF2-40B4-BE49-F238E27FC236}">
                <a16:creationId xmlns:a16="http://schemas.microsoft.com/office/drawing/2014/main" id="{F221A62D-40FD-1250-F412-46B357F6E3F4}"/>
              </a:ext>
            </a:extLst>
          </p:cNvPr>
          <p:cNvPicPr>
            <a:picLocks noGrp="1" noChangeAspect="1"/>
            <a:extLst>
              <a:ext uri="{51228E76-BA90-4043-B771-695A4F85340A}">
                <alf:liveFeedProps xmlns:alf="http://schemas.microsoft.com/office/drawing/2021/livefeed"/>
              </a:ext>
            </a:extLst>
          </p:cNvPicPr>
          <p:nvPr>
            <p:ph idx="1"/>
          </p:nvPr>
        </p:nvPicPr>
        <p:blipFill>
          <a:blip>
            <a:extLst>
              <a:ext uri="{96DAC541-7B7A-43D3-8B79-37D633B846F1}">
                <asvg:svgBlip xmlns:asvg="http://schemas.microsoft.com/office/drawing/2016/SVG/main" r:embed="rId4"/>
              </a:ext>
            </a:extLst>
          </a:blip>
          <a:stretch>
            <a:fillRect/>
          </a:stretch>
        </p:blipFill>
        <p:spPr>
          <a:prstGeom prst="rect">
            <a:avLst/>
          </a:prstGeom>
        </p:spPr>
      </p:pic>
      <p:pic>
        <p:nvPicPr>
          <p:cNvPr id="8" name="Picture 7">
            <a:extLst>
              <a:ext uri="{FF2B5EF4-FFF2-40B4-BE49-F238E27FC236}">
                <a16:creationId xmlns:a16="http://schemas.microsoft.com/office/drawing/2014/main" id="{FE327111-B929-0791-0CA1-38CACA5D76D7}"/>
              </a:ext>
            </a:extLst>
          </p:cNvPr>
          <p:cNvPicPr>
            <a:picLocks noChangeAspect="1"/>
          </p:cNvPicPr>
          <p:nvPr/>
        </p:nvPicPr>
        <p:blipFill>
          <a:blip r:embed="rId5"/>
          <a:stretch>
            <a:fillRect/>
          </a:stretch>
        </p:blipFill>
        <p:spPr>
          <a:xfrm>
            <a:off x="7076586" y="621792"/>
            <a:ext cx="4489704" cy="2652631"/>
          </a:xfrm>
          <a:prstGeom prst="rect">
            <a:avLst/>
          </a:prstGeom>
        </p:spPr>
      </p:pic>
      <p:pic>
        <p:nvPicPr>
          <p:cNvPr id="11" name="Picture 10">
            <a:extLst>
              <a:ext uri="{FF2B5EF4-FFF2-40B4-BE49-F238E27FC236}">
                <a16:creationId xmlns:a16="http://schemas.microsoft.com/office/drawing/2014/main" id="{4CF0287A-416E-169C-1A76-657DA906FB50}"/>
              </a:ext>
            </a:extLst>
          </p:cNvPr>
          <p:cNvPicPr>
            <a:picLocks noChangeAspect="1"/>
          </p:cNvPicPr>
          <p:nvPr/>
        </p:nvPicPr>
        <p:blipFill>
          <a:blip r:embed="rId6"/>
          <a:stretch>
            <a:fillRect/>
          </a:stretch>
        </p:blipFill>
        <p:spPr>
          <a:xfrm>
            <a:off x="7059168" y="3292711"/>
            <a:ext cx="4512574" cy="2961785"/>
          </a:xfrm>
          <a:prstGeom prst="rect">
            <a:avLst/>
          </a:prstGeom>
        </p:spPr>
      </p:pic>
    </p:spTree>
    <p:extLst>
      <p:ext uri="{BB962C8B-B14F-4D97-AF65-F5344CB8AC3E}">
        <p14:creationId xmlns:p14="http://schemas.microsoft.com/office/powerpoint/2010/main" val="349572033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1284C4-2318-C5EC-E035-EEDE93FF3D9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CFF731CC-E543-B800-9EF9-A89DE465F3B6}"/>
              </a:ext>
            </a:extLst>
          </p:cNvPr>
          <p:cNvSpPr>
            <a:spLocks noGrp="1"/>
          </p:cNvSpPr>
          <p:nvPr>
            <p:ph type="body" sz="half" idx="2"/>
          </p:nvPr>
        </p:nvSpPr>
        <p:spPr>
          <a:xfrm>
            <a:off x="101600" y="1506345"/>
            <a:ext cx="5625607" cy="4682066"/>
          </a:xfrm>
        </p:spPr>
        <p:txBody>
          <a:bodyPr>
            <a:normAutofit/>
          </a:bodyPr>
          <a:lstStyle/>
          <a:p>
            <a:pPr marL="285750" indent="-285750">
              <a:buFont typeface="Arial" panose="020B0604020202020204" pitchFamily="34" charset="0"/>
              <a:buChar char="•"/>
            </a:pPr>
            <a:r>
              <a:rPr lang="en-US" sz="1300" dirty="0"/>
              <a:t>Code File:</a:t>
            </a:r>
          </a:p>
          <a:p>
            <a:pPr marL="285750" indent="-285750">
              <a:buFont typeface="Arial" panose="020B0604020202020204" pitchFamily="34" charset="0"/>
              <a:buChar char="•"/>
            </a:pPr>
            <a:r>
              <a:rPr lang="en-US" dirty="0" err="1"/>
              <a:t>Female_Blood_Patients_Mortality_Pred_Model.ipynb</a:t>
            </a:r>
            <a:endParaRPr lang="en-US" dirty="0"/>
          </a:p>
          <a:p>
            <a:pPr marL="285750" indent="-285750">
              <a:buFont typeface="Arial" panose="020B0604020202020204" pitchFamily="34" charset="0"/>
              <a:buChar char="•"/>
            </a:pPr>
            <a:r>
              <a:rPr lang="en-US" dirty="0"/>
              <a:t>Approach is to use Mortality rate and survival analysis as complimentary measures to get a complete picture.</a:t>
            </a:r>
          </a:p>
          <a:p>
            <a:pPr marL="285750" indent="-285750">
              <a:buFont typeface="Arial" panose="020B0604020202020204" pitchFamily="34" charset="0"/>
              <a:buChar char="•"/>
            </a:pPr>
            <a:r>
              <a:rPr lang="en-US" dirty="0"/>
              <a:t>The next step was data cleaning to handle missing values and drop nonnumeric values to establish a baseline for survival analysis</a:t>
            </a:r>
          </a:p>
          <a:p>
            <a:pPr marL="285750" indent="-285750">
              <a:buFont typeface="Arial" panose="020B0604020202020204" pitchFamily="34" charset="0"/>
              <a:buChar char="•"/>
            </a:pPr>
            <a:r>
              <a:rPr lang="en-US" dirty="0"/>
              <a:t>Used 4 binary classifier models : Logistic Regression, Random Forest Classifier, Gradient Boosting and XGB Classifiers for baseline</a:t>
            </a:r>
          </a:p>
          <a:p>
            <a:pPr marL="285750" indent="-285750">
              <a:buFont typeface="Arial" panose="020B0604020202020204" pitchFamily="34" charset="0"/>
              <a:buChar char="•"/>
            </a:pPr>
            <a:r>
              <a:rPr lang="en-US" dirty="0"/>
              <a:t>AUC Prediction and Accuracy were used as evaluation metrics. Got acceptable metrics of 0.7 for AUC and 0.8 for Accuracy.</a:t>
            </a:r>
          </a:p>
          <a:p>
            <a:endParaRPr lang="en-US" sz="1300"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4D46043A-E945-2A0A-F584-CC7FE22674DA}"/>
              </a:ext>
            </a:extLst>
          </p:cNvPr>
          <p:cNvSpPr>
            <a:spLocks noGrp="1"/>
          </p:cNvSpPr>
          <p:nvPr>
            <p:ph type="title"/>
          </p:nvPr>
        </p:nvSpPr>
        <p:spPr>
          <a:xfrm>
            <a:off x="463548" y="216538"/>
            <a:ext cx="11178117" cy="854616"/>
          </a:xfrm>
        </p:spPr>
        <p:txBody>
          <a:bodyPr>
            <a:normAutofit fontScale="90000"/>
          </a:bodyPr>
          <a:lstStyle/>
          <a:p>
            <a:r>
              <a:rPr lang="en-US" dirty="0"/>
              <a:t>Mortality, Survival Analysis Model creation with Hyper Tuning And Feature Engineering</a:t>
            </a:r>
          </a:p>
        </p:txBody>
      </p:sp>
      <p:pic>
        <p:nvPicPr>
          <p:cNvPr id="8" name="Picture 7">
            <a:extLst>
              <a:ext uri="{FF2B5EF4-FFF2-40B4-BE49-F238E27FC236}">
                <a16:creationId xmlns:a16="http://schemas.microsoft.com/office/drawing/2014/main" id="{46E07940-5851-B80F-EBAE-FB7E3DE0EDDB}"/>
              </a:ext>
            </a:extLst>
          </p:cNvPr>
          <p:cNvPicPr>
            <a:picLocks noChangeAspect="1"/>
          </p:cNvPicPr>
          <p:nvPr/>
        </p:nvPicPr>
        <p:blipFill>
          <a:blip r:embed="rId3"/>
          <a:stretch>
            <a:fillRect/>
          </a:stretch>
        </p:blipFill>
        <p:spPr>
          <a:xfrm>
            <a:off x="5727207" y="948647"/>
            <a:ext cx="6193137" cy="3176314"/>
          </a:xfrm>
          <a:prstGeom prst="rect">
            <a:avLst/>
          </a:prstGeom>
        </p:spPr>
      </p:pic>
      <p:pic>
        <p:nvPicPr>
          <p:cNvPr id="13" name="Picture 12">
            <a:extLst>
              <a:ext uri="{FF2B5EF4-FFF2-40B4-BE49-F238E27FC236}">
                <a16:creationId xmlns:a16="http://schemas.microsoft.com/office/drawing/2014/main" id="{5A2E7669-E50D-8C72-5C4B-39D21546BA96}"/>
              </a:ext>
            </a:extLst>
          </p:cNvPr>
          <p:cNvPicPr>
            <a:picLocks noChangeAspect="1"/>
          </p:cNvPicPr>
          <p:nvPr/>
        </p:nvPicPr>
        <p:blipFill>
          <a:blip r:embed="rId4"/>
          <a:stretch>
            <a:fillRect/>
          </a:stretch>
        </p:blipFill>
        <p:spPr>
          <a:xfrm>
            <a:off x="5727207" y="4268710"/>
            <a:ext cx="6193136" cy="2165889"/>
          </a:xfrm>
          <a:prstGeom prst="rect">
            <a:avLst/>
          </a:prstGeom>
        </p:spPr>
      </p:pic>
    </p:spTree>
    <p:extLst>
      <p:ext uri="{BB962C8B-B14F-4D97-AF65-F5344CB8AC3E}">
        <p14:creationId xmlns:p14="http://schemas.microsoft.com/office/powerpoint/2010/main" val="394237769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35C948-449E-B319-6A6E-F1894CD5B7F6}"/>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0B04DF3D-66D6-5974-3D53-DAE2030CBC29}"/>
              </a:ext>
            </a:extLst>
          </p:cNvPr>
          <p:cNvSpPr>
            <a:spLocks noGrp="1"/>
          </p:cNvSpPr>
          <p:nvPr>
            <p:ph type="body" sz="half" idx="2"/>
          </p:nvPr>
        </p:nvSpPr>
        <p:spPr>
          <a:xfrm>
            <a:off x="101600" y="1506345"/>
            <a:ext cx="5625607" cy="4682066"/>
          </a:xfrm>
        </p:spPr>
        <p:txBody>
          <a:bodyPr>
            <a:normAutofit lnSpcReduction="10000"/>
          </a:bodyPr>
          <a:lstStyle/>
          <a:p>
            <a:pPr marL="285750" indent="-285750">
              <a:buFont typeface="Arial" panose="020B0604020202020204" pitchFamily="34" charset="0"/>
              <a:buChar char="•"/>
            </a:pPr>
            <a:r>
              <a:rPr lang="en-US" sz="1300" dirty="0"/>
              <a:t>Code File:</a:t>
            </a:r>
          </a:p>
          <a:p>
            <a:pPr marL="285750" indent="-285750">
              <a:buFont typeface="Arial" panose="020B0604020202020204" pitchFamily="34" charset="0"/>
              <a:buChar char="•"/>
            </a:pPr>
            <a:r>
              <a:rPr lang="en-US" dirty="0" err="1"/>
              <a:t>Female_Blood_Patients_Mortality_Pred_Model.ipynb</a:t>
            </a:r>
            <a:endParaRPr lang="en-US" dirty="0"/>
          </a:p>
          <a:p>
            <a:pPr marL="285750" indent="-285750">
              <a:buFont typeface="Arial" panose="020B0604020202020204" pitchFamily="34" charset="0"/>
              <a:buChar char="•"/>
            </a:pPr>
            <a:r>
              <a:rPr lang="en-US" dirty="0"/>
              <a:t>For Survival Analysis , approach was to use Cox Proportional Hazard model to understand the relationship between patient features and risk of an event ( death) over time. Then build the Random Survival Forest on this to fine tune the model.</a:t>
            </a:r>
          </a:p>
          <a:p>
            <a:pPr marL="285750" indent="-285750">
              <a:buFont typeface="Arial" panose="020B0604020202020204" pitchFamily="34" charset="0"/>
              <a:buChar char="•"/>
            </a:pPr>
            <a:r>
              <a:rPr lang="en-US" dirty="0"/>
              <a:t>The Event Indicator (death or not) and the duration until the event were calculated and added to the Dataset.</a:t>
            </a:r>
          </a:p>
          <a:p>
            <a:pPr marL="285750" indent="-285750">
              <a:buFont typeface="Arial" panose="020B0604020202020204" pitchFamily="34" charset="0"/>
              <a:buChar char="•"/>
            </a:pPr>
            <a:r>
              <a:rPr lang="en-US" dirty="0"/>
              <a:t>Cox model execution demonstrated strong predictive performance ( C-Index 0.86)in estimating mortality risk among ICU patients.</a:t>
            </a:r>
          </a:p>
          <a:p>
            <a:pPr marL="285750" indent="-285750">
              <a:buFont typeface="Arial" panose="020B0604020202020204" pitchFamily="34" charset="0"/>
              <a:buChar char="•"/>
            </a:pPr>
            <a:r>
              <a:rPr lang="en-US" dirty="0"/>
              <a:t>Increased mean heart rate and hematocrit were associated increased mortality risk</a:t>
            </a:r>
          </a:p>
          <a:p>
            <a:pPr marL="285750" indent="-285750">
              <a:buFont typeface="Arial" panose="020B0604020202020204" pitchFamily="34" charset="0"/>
              <a:buChar char="•"/>
            </a:pPr>
            <a:r>
              <a:rPr lang="en-US" dirty="0"/>
              <a:t>The </a:t>
            </a:r>
            <a:r>
              <a:rPr lang="en-US" dirty="0" err="1"/>
              <a:t>loglikely</a:t>
            </a:r>
            <a:r>
              <a:rPr lang="en-US" dirty="0"/>
              <a:t> hood ratio indicated that selected co-variates improve survival prediction.</a:t>
            </a:r>
          </a:p>
          <a:p>
            <a:endParaRPr lang="en-US" sz="1300"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20A6079D-B0B9-CE1D-C3CE-A3CE0653B333}"/>
              </a:ext>
            </a:extLst>
          </p:cNvPr>
          <p:cNvSpPr>
            <a:spLocks noGrp="1"/>
          </p:cNvSpPr>
          <p:nvPr>
            <p:ph type="title"/>
          </p:nvPr>
        </p:nvSpPr>
        <p:spPr>
          <a:xfrm>
            <a:off x="463548" y="216538"/>
            <a:ext cx="11178117" cy="854616"/>
          </a:xfrm>
        </p:spPr>
        <p:txBody>
          <a:bodyPr>
            <a:normAutofit fontScale="90000"/>
          </a:bodyPr>
          <a:lstStyle/>
          <a:p>
            <a:r>
              <a:rPr lang="en-US" dirty="0"/>
              <a:t>Mortality, Survival Analysis Model creation with Hyper Tuning And Feature Engineering</a:t>
            </a:r>
          </a:p>
        </p:txBody>
      </p:sp>
      <p:pic>
        <p:nvPicPr>
          <p:cNvPr id="2" name="Content Placeholder 7">
            <a:extLst>
              <a:ext uri="{FF2B5EF4-FFF2-40B4-BE49-F238E27FC236}">
                <a16:creationId xmlns:a16="http://schemas.microsoft.com/office/drawing/2014/main" id="{BFF4D9C5-F4EF-C6B0-9060-AE03595B350C}"/>
              </a:ext>
            </a:extLst>
          </p:cNvPr>
          <p:cNvPicPr>
            <a:picLocks noGrp="1" noChangeAspect="1"/>
          </p:cNvPicPr>
          <p:nvPr>
            <p:ph idx="1"/>
          </p:nvPr>
        </p:nvPicPr>
        <p:blipFill>
          <a:blip r:embed="rId3"/>
          <a:stretch>
            <a:fillRect/>
          </a:stretch>
        </p:blipFill>
        <p:spPr>
          <a:xfrm>
            <a:off x="5943599" y="1071154"/>
            <a:ext cx="5976743" cy="2482676"/>
          </a:xfrm>
          <a:prstGeom prst="rect">
            <a:avLst/>
          </a:prstGeom>
        </p:spPr>
      </p:pic>
      <p:pic>
        <p:nvPicPr>
          <p:cNvPr id="4" name="Picture 3">
            <a:extLst>
              <a:ext uri="{FF2B5EF4-FFF2-40B4-BE49-F238E27FC236}">
                <a16:creationId xmlns:a16="http://schemas.microsoft.com/office/drawing/2014/main" id="{46374CC5-C812-E04F-007C-C86487809235}"/>
              </a:ext>
            </a:extLst>
          </p:cNvPr>
          <p:cNvPicPr>
            <a:picLocks noChangeAspect="1"/>
          </p:cNvPicPr>
          <p:nvPr/>
        </p:nvPicPr>
        <p:blipFill>
          <a:blip r:embed="rId4"/>
          <a:stretch>
            <a:fillRect/>
          </a:stretch>
        </p:blipFill>
        <p:spPr>
          <a:xfrm>
            <a:off x="5943599" y="3865528"/>
            <a:ext cx="5961930" cy="2411056"/>
          </a:xfrm>
          <a:prstGeom prst="rect">
            <a:avLst/>
          </a:prstGeom>
        </p:spPr>
      </p:pic>
    </p:spTree>
    <p:extLst>
      <p:ext uri="{BB962C8B-B14F-4D97-AF65-F5344CB8AC3E}">
        <p14:creationId xmlns:p14="http://schemas.microsoft.com/office/powerpoint/2010/main" val="158188919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F22AAE-AF19-143F-9402-2898CA63357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4F1E046-9891-BD59-78B5-4BE7871FF46C}"/>
              </a:ext>
            </a:extLst>
          </p:cNvPr>
          <p:cNvSpPr>
            <a:spLocks noGrp="1"/>
          </p:cNvSpPr>
          <p:nvPr>
            <p:ph type="body" sz="half" idx="2"/>
          </p:nvPr>
        </p:nvSpPr>
        <p:spPr>
          <a:xfrm>
            <a:off x="101600" y="1245326"/>
            <a:ext cx="5625607" cy="4943085"/>
          </a:xfrm>
        </p:spPr>
        <p:txBody>
          <a:bodyPr>
            <a:normAutofit fontScale="92500" lnSpcReduction="20000"/>
          </a:bodyPr>
          <a:lstStyle/>
          <a:p>
            <a:pPr marL="285750" indent="-285750">
              <a:buFont typeface="Arial" panose="020B0604020202020204" pitchFamily="34" charset="0"/>
              <a:buChar char="•"/>
            </a:pPr>
            <a:r>
              <a:rPr lang="en-US" sz="1300" dirty="0"/>
              <a:t>Code File:</a:t>
            </a:r>
          </a:p>
          <a:p>
            <a:r>
              <a:rPr lang="en-US" dirty="0"/>
              <a:t>      </a:t>
            </a:r>
            <a:r>
              <a:rPr lang="en-US" dirty="0" err="1"/>
              <a:t>Female_Blood_Patients_Mortality_Pred_Model.ipynb</a:t>
            </a:r>
            <a:endParaRPr lang="en-US" dirty="0"/>
          </a:p>
          <a:p>
            <a:pPr marL="285750" indent="-285750">
              <a:buFont typeface="Arial" panose="020B0604020202020204" pitchFamily="34" charset="0"/>
              <a:buChar char="•"/>
            </a:pPr>
            <a:r>
              <a:rPr lang="en-US" dirty="0"/>
              <a:t>Post Cox model, cleaned the data to improve data quality before Random Survival Forest Model execution.</a:t>
            </a:r>
          </a:p>
          <a:p>
            <a:pPr marL="285750" indent="-285750">
              <a:buFont typeface="Arial" panose="020B0604020202020204" pitchFamily="34" charset="0"/>
              <a:buChar char="•"/>
            </a:pPr>
            <a:r>
              <a:rPr lang="en-US" dirty="0"/>
              <a:t>The dataset was split into training, validation, and test sets with balanced target distributions to ensure reliable model evaluation.</a:t>
            </a:r>
          </a:p>
          <a:p>
            <a:pPr marL="285750" indent="-285750">
              <a:buFont typeface="Arial" panose="020B0604020202020204" pitchFamily="34" charset="0"/>
              <a:buChar char="•"/>
            </a:pPr>
            <a:r>
              <a:rPr lang="en-US" dirty="0"/>
              <a:t>Validation of C-Index was used as primary selection metric during Hyper tuning.</a:t>
            </a:r>
          </a:p>
          <a:p>
            <a:pPr marL="285750" indent="-285750">
              <a:buFont typeface="Arial" panose="020B0604020202020204" pitchFamily="34" charset="0"/>
              <a:buChar char="•"/>
            </a:pPr>
            <a:r>
              <a:rPr lang="en-US" dirty="0"/>
              <a:t>Key observation was that increasing the number of trees and using larger leaf sizes improved generalization, as reflected in higher validation C-index values and stable out-of-bag (OOB) scores. </a:t>
            </a:r>
          </a:p>
          <a:p>
            <a:pPr marL="285750" indent="-285750">
              <a:buFont typeface="Arial" panose="020B0604020202020204" pitchFamily="34" charset="0"/>
              <a:buChar char="•"/>
            </a:pPr>
            <a:r>
              <a:rPr lang="en-US" dirty="0"/>
              <a:t>The best-performing model achieved a validation C-index of 0.8239.</a:t>
            </a:r>
          </a:p>
          <a:p>
            <a:pPr marL="285750" indent="-285750">
              <a:buFont typeface="Arial" panose="020B0604020202020204" pitchFamily="34" charset="0"/>
              <a:buChar char="•"/>
            </a:pPr>
            <a:r>
              <a:rPr lang="en-US" dirty="0"/>
              <a:t>Finally, the selected model was retrained on combined training and validation data and evaluated it on the test set, achieving a C-index of 0.8634. </a:t>
            </a:r>
          </a:p>
          <a:p>
            <a:pPr marL="285750" indent="-285750">
              <a:buFont typeface="Arial" panose="020B0604020202020204" pitchFamily="34" charset="0"/>
              <a:buChar char="•"/>
            </a:pPr>
            <a:r>
              <a:rPr lang="en-US" dirty="0"/>
              <a:t>Model was saved for later use</a:t>
            </a:r>
          </a:p>
          <a:p>
            <a:pPr marL="285750" indent="-285750">
              <a:buFont typeface="Arial" panose="020B0604020202020204" pitchFamily="34" charset="0"/>
              <a:buChar char="•"/>
            </a:pPr>
            <a:endParaRPr lang="en-US" dirty="0"/>
          </a:p>
          <a:p>
            <a:endParaRPr lang="en-US" sz="1300"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DF9D71AD-8B21-FC5B-8775-7565F5ED2121}"/>
              </a:ext>
            </a:extLst>
          </p:cNvPr>
          <p:cNvSpPr>
            <a:spLocks noGrp="1"/>
          </p:cNvSpPr>
          <p:nvPr>
            <p:ph type="title"/>
          </p:nvPr>
        </p:nvSpPr>
        <p:spPr>
          <a:xfrm>
            <a:off x="463548" y="216538"/>
            <a:ext cx="11178117" cy="854616"/>
          </a:xfrm>
        </p:spPr>
        <p:txBody>
          <a:bodyPr>
            <a:normAutofit fontScale="90000"/>
          </a:bodyPr>
          <a:lstStyle/>
          <a:p>
            <a:r>
              <a:rPr lang="en-US" dirty="0"/>
              <a:t>Mortality, Survival Analysis Model creation with Hyper Tuning And Feature Engineering</a:t>
            </a:r>
          </a:p>
        </p:txBody>
      </p:sp>
      <p:pic>
        <p:nvPicPr>
          <p:cNvPr id="9" name="Picture 8">
            <a:extLst>
              <a:ext uri="{FF2B5EF4-FFF2-40B4-BE49-F238E27FC236}">
                <a16:creationId xmlns:a16="http://schemas.microsoft.com/office/drawing/2014/main" id="{E10B2974-B634-D23B-552B-14BFEF070B24}"/>
              </a:ext>
            </a:extLst>
          </p:cNvPr>
          <p:cNvPicPr>
            <a:picLocks noChangeAspect="1"/>
          </p:cNvPicPr>
          <p:nvPr/>
        </p:nvPicPr>
        <p:blipFill>
          <a:blip r:embed="rId4"/>
          <a:stretch>
            <a:fillRect/>
          </a:stretch>
        </p:blipFill>
        <p:spPr>
          <a:xfrm>
            <a:off x="6052606" y="3302000"/>
            <a:ext cx="5632452" cy="2886411"/>
          </a:xfrm>
          <a:prstGeom prst="rect">
            <a:avLst/>
          </a:prstGeom>
        </p:spPr>
      </p:pic>
      <p:pic>
        <p:nvPicPr>
          <p:cNvPr id="11" name="Picture 10">
            <a:extLst>
              <a:ext uri="{FF2B5EF4-FFF2-40B4-BE49-F238E27FC236}">
                <a16:creationId xmlns:a16="http://schemas.microsoft.com/office/drawing/2014/main" id="{F48B09F0-A98A-2CA6-CF96-C04DCD447EB6}"/>
              </a:ext>
            </a:extLst>
          </p:cNvPr>
          <p:cNvPicPr>
            <a:picLocks noChangeAspect="1"/>
          </p:cNvPicPr>
          <p:nvPr/>
        </p:nvPicPr>
        <p:blipFill>
          <a:blip r:embed="rId5"/>
          <a:stretch>
            <a:fillRect/>
          </a:stretch>
        </p:blipFill>
        <p:spPr>
          <a:xfrm>
            <a:off x="6052606" y="990601"/>
            <a:ext cx="5541938" cy="2169159"/>
          </a:xfrm>
          <a:prstGeom prst="rect">
            <a:avLst/>
          </a:prstGeom>
        </p:spPr>
      </p:pic>
    </p:spTree>
    <p:extLst>
      <p:ext uri="{BB962C8B-B14F-4D97-AF65-F5344CB8AC3E}">
        <p14:creationId xmlns:p14="http://schemas.microsoft.com/office/powerpoint/2010/main" val="231030452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4FDB27-0BB4-32CE-66A9-9AC58964FFFD}"/>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D068A1BE-DBB9-61FD-9E44-0E92256976BB}"/>
              </a:ext>
            </a:extLst>
          </p:cNvPr>
          <p:cNvSpPr>
            <a:spLocks noGrp="1"/>
          </p:cNvSpPr>
          <p:nvPr>
            <p:ph type="body" sz="half" idx="2"/>
          </p:nvPr>
        </p:nvSpPr>
        <p:spPr>
          <a:xfrm>
            <a:off x="101600" y="1245326"/>
            <a:ext cx="5625607" cy="4943085"/>
          </a:xfrm>
        </p:spPr>
        <p:txBody>
          <a:bodyPr>
            <a:normAutofit/>
          </a:bodyPr>
          <a:lstStyle/>
          <a:p>
            <a:pPr marL="285750" indent="-285750">
              <a:buFont typeface="Arial" panose="020B0604020202020204" pitchFamily="34" charset="0"/>
              <a:buChar char="•"/>
            </a:pPr>
            <a:r>
              <a:rPr lang="en-US" sz="1300" dirty="0"/>
              <a:t>Code File:</a:t>
            </a:r>
          </a:p>
          <a:p>
            <a:r>
              <a:rPr lang="en-US" dirty="0"/>
              <a:t>     </a:t>
            </a:r>
            <a:r>
              <a:rPr lang="en-US" dirty="0" err="1"/>
              <a:t>Female_Blood_Patients_Meds_Recmd_Model.ipynb</a:t>
            </a:r>
            <a:endParaRPr lang="en-US" dirty="0"/>
          </a:p>
          <a:p>
            <a:pPr marL="285750" indent="-285750">
              <a:buFont typeface="Arial" panose="020B0604020202020204" pitchFamily="34" charset="0"/>
              <a:buChar char="•"/>
            </a:pPr>
            <a:r>
              <a:rPr lang="en-US" dirty="0"/>
              <a:t>First step was to clean the data by removing duplicates and normalizing medicine names.</a:t>
            </a:r>
          </a:p>
          <a:p>
            <a:pPr marL="285750" indent="-285750">
              <a:buFont typeface="Arial" panose="020B0604020202020204" pitchFamily="34" charset="0"/>
              <a:buChar char="•"/>
            </a:pPr>
            <a:r>
              <a:rPr lang="en-US" dirty="0"/>
              <a:t>Used feature Engineering to convert </a:t>
            </a:r>
            <a:r>
              <a:rPr lang="en-US" dirty="0" err="1"/>
              <a:t>medicationlist</a:t>
            </a:r>
            <a:r>
              <a:rPr lang="en-US" dirty="0"/>
              <a:t> to binary columns.</a:t>
            </a:r>
          </a:p>
          <a:p>
            <a:pPr marL="285750" indent="-285750">
              <a:buFont typeface="Arial" panose="020B0604020202020204" pitchFamily="34" charset="0"/>
              <a:buChar char="•"/>
            </a:pPr>
            <a:r>
              <a:rPr lang="en-US" dirty="0"/>
              <a:t>Used Random Forest Classifier as prediction model to produce recommendation of medications that lowers predicted risk</a:t>
            </a:r>
          </a:p>
          <a:p>
            <a:pPr marL="285750" indent="-285750">
              <a:buFont typeface="Arial" panose="020B0604020202020204" pitchFamily="34" charset="0"/>
              <a:buChar char="•"/>
            </a:pPr>
            <a:r>
              <a:rPr lang="en-US" dirty="0"/>
              <a:t>The Key metric is AUROC and AUPRC. </a:t>
            </a:r>
          </a:p>
          <a:p>
            <a:pPr marL="285750" indent="-285750">
              <a:buFont typeface="Arial" panose="020B0604020202020204" pitchFamily="34" charset="0"/>
              <a:buChar char="•"/>
            </a:pPr>
            <a:r>
              <a:rPr lang="en-US" dirty="0"/>
              <a:t>The model achieved 0.913 AUROC and 0.628 AUPRC demonstrating over all good rating capability with room to improve precision recall.</a:t>
            </a:r>
          </a:p>
          <a:p>
            <a:pPr marL="285750" indent="-285750">
              <a:buFont typeface="Arial" panose="020B0604020202020204" pitchFamily="34" charset="0"/>
              <a:buChar char="•"/>
            </a:pPr>
            <a:r>
              <a:rPr lang="en-US" dirty="0"/>
              <a:t>Model was saved for later use</a:t>
            </a:r>
          </a:p>
          <a:p>
            <a:pPr marL="285750" indent="-285750">
              <a:buFont typeface="Arial" panose="020B0604020202020204" pitchFamily="34" charset="0"/>
              <a:buChar char="•"/>
            </a:pPr>
            <a:endParaRPr lang="en-US" dirty="0"/>
          </a:p>
          <a:p>
            <a:endParaRPr lang="en-US" sz="1300"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D46FA851-525E-EC61-85B9-463850017AA4}"/>
              </a:ext>
            </a:extLst>
          </p:cNvPr>
          <p:cNvSpPr>
            <a:spLocks noGrp="1"/>
          </p:cNvSpPr>
          <p:nvPr>
            <p:ph type="title"/>
          </p:nvPr>
        </p:nvSpPr>
        <p:spPr>
          <a:xfrm>
            <a:off x="416427" y="135985"/>
            <a:ext cx="11178117" cy="854616"/>
          </a:xfrm>
        </p:spPr>
        <p:txBody>
          <a:bodyPr>
            <a:normAutofit fontScale="90000"/>
          </a:bodyPr>
          <a:lstStyle/>
          <a:p>
            <a:r>
              <a:rPr lang="en-US" dirty="0"/>
              <a:t>Medication Prediction Model creation and Feature Engineering</a:t>
            </a:r>
          </a:p>
        </p:txBody>
      </p:sp>
      <p:pic>
        <p:nvPicPr>
          <p:cNvPr id="4" name="Picture 3">
            <a:extLst>
              <a:ext uri="{FF2B5EF4-FFF2-40B4-BE49-F238E27FC236}">
                <a16:creationId xmlns:a16="http://schemas.microsoft.com/office/drawing/2014/main" id="{672C2B1C-B292-D23B-49DD-8F2C72FAEC00}"/>
              </a:ext>
            </a:extLst>
          </p:cNvPr>
          <p:cNvPicPr>
            <a:picLocks noChangeAspect="1"/>
          </p:cNvPicPr>
          <p:nvPr/>
        </p:nvPicPr>
        <p:blipFill>
          <a:blip r:embed="rId4"/>
          <a:stretch>
            <a:fillRect/>
          </a:stretch>
        </p:blipFill>
        <p:spPr>
          <a:xfrm>
            <a:off x="6052606" y="990600"/>
            <a:ext cx="5632452" cy="2207491"/>
          </a:xfrm>
          <a:prstGeom prst="rect">
            <a:avLst/>
          </a:prstGeom>
        </p:spPr>
      </p:pic>
      <p:pic>
        <p:nvPicPr>
          <p:cNvPr id="6" name="Picture 5">
            <a:extLst>
              <a:ext uri="{FF2B5EF4-FFF2-40B4-BE49-F238E27FC236}">
                <a16:creationId xmlns:a16="http://schemas.microsoft.com/office/drawing/2014/main" id="{A55199A0-F7B8-9FBD-C54D-DB163AAF949B}"/>
              </a:ext>
            </a:extLst>
          </p:cNvPr>
          <p:cNvPicPr>
            <a:picLocks noChangeAspect="1"/>
          </p:cNvPicPr>
          <p:nvPr/>
        </p:nvPicPr>
        <p:blipFill>
          <a:blip r:embed="rId5"/>
          <a:stretch>
            <a:fillRect/>
          </a:stretch>
        </p:blipFill>
        <p:spPr>
          <a:xfrm>
            <a:off x="6096000" y="3429000"/>
            <a:ext cx="5589058" cy="2975868"/>
          </a:xfrm>
          <a:prstGeom prst="rect">
            <a:avLst/>
          </a:prstGeom>
        </p:spPr>
      </p:pic>
    </p:spTree>
    <p:extLst>
      <p:ext uri="{BB962C8B-B14F-4D97-AF65-F5344CB8AC3E}">
        <p14:creationId xmlns:p14="http://schemas.microsoft.com/office/powerpoint/2010/main" val="1216781169"/>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9D68DD-9B7F-18D0-DA53-B3EB0774608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26E9E26-C294-30E4-E2EB-DB08CD5D3540}"/>
              </a:ext>
            </a:extLst>
          </p:cNvPr>
          <p:cNvSpPr>
            <a:spLocks noGrp="1"/>
          </p:cNvSpPr>
          <p:nvPr>
            <p:ph type="body" sz="half" idx="2"/>
          </p:nvPr>
        </p:nvSpPr>
        <p:spPr>
          <a:xfrm>
            <a:off x="101600" y="1245326"/>
            <a:ext cx="5625607" cy="4943085"/>
          </a:xfrm>
        </p:spPr>
        <p:txBody>
          <a:bodyPr>
            <a:normAutofit fontScale="92500" lnSpcReduction="20000"/>
          </a:bodyPr>
          <a:lstStyle/>
          <a:p>
            <a:pPr marL="285750" indent="-285750">
              <a:buFont typeface="Arial" panose="020B0604020202020204" pitchFamily="34" charset="0"/>
              <a:buChar char="•"/>
            </a:pPr>
            <a:r>
              <a:rPr lang="en-US" sz="1300" dirty="0"/>
              <a:t>Code File:</a:t>
            </a:r>
          </a:p>
          <a:p>
            <a:r>
              <a:rPr lang="en-US" dirty="0"/>
              <a:t>     </a:t>
            </a:r>
            <a:r>
              <a:rPr lang="en-US" dirty="0" err="1"/>
              <a:t>ICU_Female_Blood_Patients_Chatbot.ipynb</a:t>
            </a:r>
            <a:endParaRPr lang="en-US" dirty="0"/>
          </a:p>
          <a:p>
            <a:pPr marL="285750" indent="-285750">
              <a:buFont typeface="Arial" panose="020B0604020202020204" pitchFamily="34" charset="0"/>
              <a:buChar char="•"/>
            </a:pPr>
            <a:r>
              <a:rPr lang="en-US" dirty="0"/>
              <a:t>Created a </a:t>
            </a:r>
            <a:r>
              <a:rPr lang="en-US" dirty="0" err="1"/>
              <a:t>a</a:t>
            </a:r>
            <a:r>
              <a:rPr lang="en-US" dirty="0"/>
              <a:t> structured pipeline in which machine learning outputs are generated first and subsequently interpreted through a conversational interface.</a:t>
            </a:r>
          </a:p>
          <a:p>
            <a:pPr marL="285750" indent="-285750">
              <a:buFont typeface="Arial" panose="020B0604020202020204" pitchFamily="34" charset="0"/>
              <a:buChar char="•"/>
            </a:pPr>
            <a:r>
              <a:rPr lang="en-US" dirty="0"/>
              <a:t>System is designed to be robust in loading large datasets and pre-trained models from external google storage drive.</a:t>
            </a:r>
          </a:p>
          <a:p>
            <a:pPr marL="285750" indent="-285750">
              <a:buFont typeface="Arial" panose="020B0604020202020204" pitchFamily="34" charset="0"/>
              <a:buChar char="•"/>
            </a:pPr>
            <a:r>
              <a:rPr lang="en-US" dirty="0"/>
              <a:t>Leverages the pre-trained models created earlier and dynamically calculates variables that are not provided.</a:t>
            </a:r>
          </a:p>
          <a:p>
            <a:pPr marL="285750" indent="-285750">
              <a:buFont typeface="Arial" panose="020B0604020202020204" pitchFamily="34" charset="0"/>
              <a:buChar char="•"/>
            </a:pPr>
            <a:r>
              <a:rPr lang="en-US" dirty="0"/>
              <a:t>The ICU chatbot interface invokes both the mortality and medication models and integrates their outputs into a structured context </a:t>
            </a:r>
          </a:p>
          <a:p>
            <a:pPr marL="285750" indent="-285750">
              <a:buFont typeface="Arial" panose="020B0604020202020204" pitchFamily="34" charset="0"/>
              <a:buChar char="•"/>
            </a:pPr>
            <a:r>
              <a:rPr lang="en-US" dirty="0"/>
              <a:t>The context is passed to a LLM via OpenAI API’s which generates clinically coherent explanations in a doctor-like conversational format.</a:t>
            </a:r>
          </a:p>
          <a:p>
            <a:pPr marL="285750" indent="-285750">
              <a:buFont typeface="Arial" panose="020B0604020202020204" pitchFamily="34" charset="0"/>
              <a:buChar char="•"/>
            </a:pPr>
            <a:r>
              <a:rPr lang="en-US" dirty="0"/>
              <a:t>Finally, the system was validated using real patient data extracted from CSV files derived from the dataset, demonstrating its applicability in realistic clinical scenarios</a:t>
            </a:r>
          </a:p>
          <a:p>
            <a:pPr marL="285750" indent="-285750">
              <a:buFont typeface="Arial" panose="020B0604020202020204" pitchFamily="34" charset="0"/>
              <a:buChar char="•"/>
            </a:pPr>
            <a:endParaRPr lang="en-US" dirty="0"/>
          </a:p>
          <a:p>
            <a:endParaRPr lang="en-US" sz="1300"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C6293619-517E-53C3-89F0-59BD1C80B664}"/>
              </a:ext>
            </a:extLst>
          </p:cNvPr>
          <p:cNvSpPr>
            <a:spLocks noGrp="1"/>
          </p:cNvSpPr>
          <p:nvPr>
            <p:ph type="title"/>
          </p:nvPr>
        </p:nvSpPr>
        <p:spPr>
          <a:xfrm>
            <a:off x="416427" y="135985"/>
            <a:ext cx="11178117" cy="854616"/>
          </a:xfrm>
        </p:spPr>
        <p:txBody>
          <a:bodyPr>
            <a:normAutofit/>
          </a:bodyPr>
          <a:lstStyle/>
          <a:p>
            <a:r>
              <a:rPr lang="en-US" sz="2400" dirty="0"/>
              <a:t>ICU Chat Agent Implementation</a:t>
            </a:r>
          </a:p>
        </p:txBody>
      </p:sp>
      <p:pic>
        <p:nvPicPr>
          <p:cNvPr id="5" name="Picture 4">
            <a:extLst>
              <a:ext uri="{FF2B5EF4-FFF2-40B4-BE49-F238E27FC236}">
                <a16:creationId xmlns:a16="http://schemas.microsoft.com/office/drawing/2014/main" id="{81BB858A-A3FE-89B1-EB12-19789CC6CA37}"/>
              </a:ext>
            </a:extLst>
          </p:cNvPr>
          <p:cNvPicPr>
            <a:picLocks noChangeAspect="1"/>
          </p:cNvPicPr>
          <p:nvPr/>
        </p:nvPicPr>
        <p:blipFill>
          <a:blip r:embed="rId4"/>
          <a:stretch>
            <a:fillRect/>
          </a:stretch>
        </p:blipFill>
        <p:spPr>
          <a:xfrm>
            <a:off x="6096000" y="398703"/>
            <a:ext cx="5589058" cy="2876799"/>
          </a:xfrm>
          <a:prstGeom prst="rect">
            <a:avLst/>
          </a:prstGeom>
        </p:spPr>
      </p:pic>
      <p:pic>
        <p:nvPicPr>
          <p:cNvPr id="9" name="Picture 8">
            <a:extLst>
              <a:ext uri="{FF2B5EF4-FFF2-40B4-BE49-F238E27FC236}">
                <a16:creationId xmlns:a16="http://schemas.microsoft.com/office/drawing/2014/main" id="{2F1908D1-5E57-8A55-B9F2-3BAC092C9E78}"/>
              </a:ext>
            </a:extLst>
          </p:cNvPr>
          <p:cNvPicPr>
            <a:picLocks noChangeAspect="1"/>
          </p:cNvPicPr>
          <p:nvPr/>
        </p:nvPicPr>
        <p:blipFill>
          <a:blip r:embed="rId5"/>
          <a:stretch>
            <a:fillRect/>
          </a:stretch>
        </p:blipFill>
        <p:spPr>
          <a:xfrm>
            <a:off x="6156960" y="3429000"/>
            <a:ext cx="5528098" cy="3154532"/>
          </a:xfrm>
          <a:prstGeom prst="rect">
            <a:avLst/>
          </a:prstGeom>
        </p:spPr>
      </p:pic>
    </p:spTree>
    <p:extLst>
      <p:ext uri="{BB962C8B-B14F-4D97-AF65-F5344CB8AC3E}">
        <p14:creationId xmlns:p14="http://schemas.microsoft.com/office/powerpoint/2010/main" val="126093969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879DA7-26B4-DEDF-0602-0BB3302240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0194FD1-281A-AC31-FB8E-FAB6ACE1889D}"/>
              </a:ext>
            </a:extLst>
          </p:cNvPr>
          <p:cNvSpPr>
            <a:spLocks noGrp="1"/>
          </p:cNvSpPr>
          <p:nvPr>
            <p:ph type="title"/>
          </p:nvPr>
        </p:nvSpPr>
        <p:spPr>
          <a:xfrm>
            <a:off x="565151" y="764973"/>
            <a:ext cx="7368358" cy="602273"/>
          </a:xfrm>
        </p:spPr>
        <p:txBody>
          <a:bodyPr>
            <a:normAutofit/>
          </a:bodyPr>
          <a:lstStyle/>
          <a:p>
            <a:r>
              <a:rPr lang="en-US" sz="2400" dirty="0"/>
              <a:t>Results</a:t>
            </a:r>
          </a:p>
        </p:txBody>
      </p:sp>
      <p:sp>
        <p:nvSpPr>
          <p:cNvPr id="7" name="Text Placeholder 6">
            <a:extLst>
              <a:ext uri="{FF2B5EF4-FFF2-40B4-BE49-F238E27FC236}">
                <a16:creationId xmlns:a16="http://schemas.microsoft.com/office/drawing/2014/main" id="{C1F77633-9039-09DF-A28A-1FA981AB0E5A}"/>
              </a:ext>
            </a:extLst>
          </p:cNvPr>
          <p:cNvSpPr>
            <a:spLocks noGrp="1"/>
          </p:cNvSpPr>
          <p:nvPr>
            <p:ph type="body" sz="half" idx="2"/>
          </p:nvPr>
        </p:nvSpPr>
        <p:spPr>
          <a:xfrm>
            <a:off x="565151" y="1862488"/>
            <a:ext cx="4108450" cy="3708972"/>
          </a:xfrm>
        </p:spPr>
        <p:txBody>
          <a:bodyPr>
            <a:normAutofit fontScale="92500" lnSpcReduction="10000"/>
          </a:bodyPr>
          <a:lstStyle/>
          <a:p>
            <a:pPr marL="285750" indent="-285750">
              <a:buFont typeface="Arial" panose="020B0604020202020204" pitchFamily="34" charset="0"/>
              <a:buChar char="•"/>
            </a:pPr>
            <a:r>
              <a:rPr lang="en-US" dirty="0"/>
              <a:t>Both pre-trained models performed as expected.</a:t>
            </a:r>
          </a:p>
          <a:p>
            <a:pPr marL="285750" indent="-285750">
              <a:buFont typeface="Arial" panose="020B0604020202020204" pitchFamily="34" charset="0"/>
              <a:buChar char="•"/>
            </a:pPr>
            <a:r>
              <a:rPr lang="en-US" dirty="0"/>
              <a:t>The mortality prediction and medication recommendations were found to be inline with the data set provided</a:t>
            </a:r>
          </a:p>
          <a:p>
            <a:pPr marL="285750" indent="-285750">
              <a:buFont typeface="Arial" panose="020B0604020202020204" pitchFamily="34" charset="0"/>
              <a:buChar char="•"/>
            </a:pPr>
            <a:r>
              <a:rPr lang="en-US" dirty="0"/>
              <a:t>Some Limitations like absence of Xray , CT-Scan data were identified. These could have further enhanced the tool recommendations.</a:t>
            </a:r>
          </a:p>
          <a:p>
            <a:pPr marL="285750" indent="-285750">
              <a:buFont typeface="Arial" panose="020B0604020202020204" pitchFamily="34" charset="0"/>
              <a:buChar char="•"/>
            </a:pPr>
            <a:r>
              <a:rPr lang="en-US" dirty="0"/>
              <a:t>Tool designed for a very specific disease for only the female population.</a:t>
            </a:r>
          </a:p>
          <a:p>
            <a:pPr marL="285750" indent="-285750">
              <a:buFont typeface="Arial" panose="020B0604020202020204" pitchFamily="34" charset="0"/>
              <a:buChar char="•"/>
            </a:pPr>
            <a:r>
              <a:rPr lang="en-US" dirty="0"/>
              <a:t>Absence of UI made this chat agent some what of an exploratory exercise.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3583666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485020-E4C8-63BA-D95A-6E564AECE7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57455C-F4CC-34DA-8583-52980A5DF2B5}"/>
              </a:ext>
            </a:extLst>
          </p:cNvPr>
          <p:cNvSpPr>
            <a:spLocks noGrp="1"/>
          </p:cNvSpPr>
          <p:nvPr>
            <p:ph type="title"/>
          </p:nvPr>
        </p:nvSpPr>
        <p:spPr>
          <a:xfrm>
            <a:off x="565151" y="764973"/>
            <a:ext cx="7368358" cy="602273"/>
          </a:xfrm>
        </p:spPr>
        <p:txBody>
          <a:bodyPr>
            <a:normAutofit/>
          </a:bodyPr>
          <a:lstStyle/>
          <a:p>
            <a:r>
              <a:rPr lang="en-US" sz="2400" dirty="0"/>
              <a:t>Conclusion</a:t>
            </a:r>
          </a:p>
        </p:txBody>
      </p:sp>
      <p:sp>
        <p:nvSpPr>
          <p:cNvPr id="7" name="Text Placeholder 6">
            <a:extLst>
              <a:ext uri="{FF2B5EF4-FFF2-40B4-BE49-F238E27FC236}">
                <a16:creationId xmlns:a16="http://schemas.microsoft.com/office/drawing/2014/main" id="{B0D5FEA9-7B73-0242-0FF7-7D2B77E253F7}"/>
              </a:ext>
            </a:extLst>
          </p:cNvPr>
          <p:cNvSpPr>
            <a:spLocks noGrp="1"/>
          </p:cNvSpPr>
          <p:nvPr>
            <p:ph type="body" sz="half" idx="2"/>
          </p:nvPr>
        </p:nvSpPr>
        <p:spPr>
          <a:xfrm>
            <a:off x="565151" y="1862488"/>
            <a:ext cx="4108450" cy="3708972"/>
          </a:xfrm>
        </p:spPr>
        <p:txBody>
          <a:bodyPr>
            <a:normAutofit/>
          </a:bodyPr>
          <a:lstStyle/>
          <a:p>
            <a:pPr marL="285750" indent="-285750">
              <a:buFont typeface="Arial" panose="020B0604020202020204" pitchFamily="34" charset="0"/>
              <a:buChar char="•"/>
            </a:pPr>
            <a:r>
              <a:rPr lang="en-US" dirty="0"/>
              <a:t>The project was largely successful as it satisfied the primary aim of providing a Chat Agent that can make meaningful evidence-based predictions and recommend medications to lower mortality risk .</a:t>
            </a:r>
          </a:p>
          <a:p>
            <a:pPr marL="285750" indent="-285750">
              <a:buFont typeface="Arial" panose="020B0604020202020204" pitchFamily="34" charset="0"/>
              <a:buChar char="•"/>
            </a:pPr>
            <a:r>
              <a:rPr lang="en-US" dirty="0"/>
              <a:t>Even though it only addresses a specific disease, the pipeline template is there to build better tools to address a number of diseases in future.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196901774"/>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2.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3.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4.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5.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6.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7.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8.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9.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10.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11.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12.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ppt/theme/themeOverride13.xml><?xml version="1.0" encoding="utf-8"?>
<a:themeOverride xmlns:a="http://schemas.openxmlformats.org/drawingml/2006/main">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themeOverride>
</file>

<file path=docProps/app.xml><?xml version="1.0" encoding="utf-8"?>
<Properties xmlns="http://schemas.openxmlformats.org/officeDocument/2006/extended-properties" xmlns:vt="http://schemas.openxmlformats.org/officeDocument/2006/docPropsVTypes">
  <TotalTime>855</TotalTime>
  <Words>1518</Words>
  <Application>Microsoft Office PowerPoint</Application>
  <PresentationFormat>Widescreen</PresentationFormat>
  <Paragraphs>137</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Century Gothic</vt:lpstr>
      <vt:lpstr>BrushVTI</vt:lpstr>
      <vt:lpstr>AI 380 H – AI in Healthcare</vt:lpstr>
      <vt:lpstr>PowerPoint Presentation</vt:lpstr>
      <vt:lpstr>Environment Setup</vt:lpstr>
      <vt:lpstr>Methodology</vt:lpstr>
      <vt:lpstr>Data Generation and csv File Creation</vt:lpstr>
      <vt:lpstr>Data Generation and csv File Creation</vt:lpstr>
      <vt:lpstr>Mortality, Survival Analysis Model creation with Hyper Tuning And Feature Engineering</vt:lpstr>
      <vt:lpstr>Mortality, Survival Analysis Model creation with Hyper Tuning And Feature Engineering</vt:lpstr>
      <vt:lpstr>Mortality, Survival Analysis Model creation with Hyper Tuning And Feature Engineering</vt:lpstr>
      <vt:lpstr>Medication Prediction Model creation and Feature Engineering</vt:lpstr>
      <vt:lpstr>ICU Chat Agent Implementation</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Kishore Cunchala</dc:creator>
  <cp:lastModifiedBy>Kishore Cunchala</cp:lastModifiedBy>
  <cp:revision>2</cp:revision>
  <dcterms:created xsi:type="dcterms:W3CDTF">2026-03-30T13:47:43Z</dcterms:created>
  <dcterms:modified xsi:type="dcterms:W3CDTF">2026-04-27T19:52:56Z</dcterms:modified>
</cp:coreProperties>
</file>